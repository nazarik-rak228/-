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92" r:id="rId3"/>
    <p:sldId id="265" r:id="rId4"/>
    <p:sldId id="295" r:id="rId5"/>
    <p:sldId id="317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A1A5D-5A81-47DB-BE2C-03E0990F0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9431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18D89D-FEB0-4064-AD3B-357BF020B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08CCA0-7AC9-4458-99BC-25257703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985775-DA12-4519-AD4E-BF0D8B5A28A2}" type="datetimeFigureOut">
              <a:rPr lang="ru-RU" smtClean="0"/>
              <a:pPr/>
              <a:t>23.01.2026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7410E7-85CD-46DA-BC17-90383213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C549DF-D60D-41D0-9ADE-DA8EA16A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9F1CE1-AE97-4474-A621-9FAA4F63F5A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66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079D8C-B135-4B29-9B74-4C89FD7E531F}"/>
              </a:ext>
            </a:extLst>
          </p:cNvPr>
          <p:cNvSpPr/>
          <p:nvPr userDrawn="1"/>
        </p:nvSpPr>
        <p:spPr>
          <a:xfrm>
            <a:off x="8625840" y="6644640"/>
            <a:ext cx="3600000" cy="213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0D1648-B806-40EE-B6E3-7634106F579D}"/>
              </a:ext>
            </a:extLst>
          </p:cNvPr>
          <p:cNvSpPr/>
          <p:nvPr userDrawn="1"/>
        </p:nvSpPr>
        <p:spPr>
          <a:xfrm>
            <a:off x="0" y="-22383"/>
            <a:ext cx="3600000" cy="213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D45F2DE-3202-46E3-A4DF-1E1F8D2367F3}"/>
              </a:ext>
            </a:extLst>
          </p:cNvPr>
          <p:cNvSpPr/>
          <p:nvPr userDrawn="1"/>
        </p:nvSpPr>
        <p:spPr>
          <a:xfrm rot="16200000">
            <a:off x="8820811" y="3139757"/>
            <a:ext cx="6492875" cy="213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4E4023C-83D7-4B9B-83E0-97AB0F4AC43B}"/>
              </a:ext>
            </a:extLst>
          </p:cNvPr>
          <p:cNvSpPr/>
          <p:nvPr userDrawn="1"/>
        </p:nvSpPr>
        <p:spPr>
          <a:xfrm rot="16200000">
            <a:off x="-3139758" y="3504883"/>
            <a:ext cx="6492875" cy="213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80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70539" cy="1325563"/>
          </a:xfrm>
        </p:spPr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0539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B632DE5-F5F2-4462-94DA-69002633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2750" y="0"/>
            <a:ext cx="4159250" cy="68580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33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134973-9603-4EB5-B737-91F29D4CD883}"/>
              </a:ext>
            </a:extLst>
          </p:cNvPr>
          <p:cNvSpPr/>
          <p:nvPr userDrawn="1"/>
        </p:nvSpPr>
        <p:spPr>
          <a:xfrm>
            <a:off x="563880" y="428043"/>
            <a:ext cx="11155680" cy="5991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AAB7C-7C1B-4105-BE24-F811EBB4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ECA37A-4894-4A33-9EBE-8B2E3502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83A43-64E5-4616-89E6-626296516E98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30E9E2-71FB-4D16-B449-EA5254AC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F10A82-3FA8-48BC-A562-4BDCC940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B69BD-07F3-416C-B560-DF49FE6E323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F0D9FAC9-46ED-4B2F-8516-B63FF23543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2301875"/>
            <a:ext cx="4895129" cy="156845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id="{4413139B-1729-455B-B830-4DAB12D9B2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8672" y="4428023"/>
            <a:ext cx="4879887" cy="1355725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222B09F7-7246-4274-A513-9BEACBF61E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1" y="4428022"/>
            <a:ext cx="4879888" cy="1355725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id="{4B61BE1B-0619-47D5-8D00-1DBE9B7F40B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458672" y="2320617"/>
            <a:ext cx="4940847" cy="156845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88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4E300-70A9-4046-B13A-C580CDF0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941CF8-4508-43CA-BA33-C0B9ED753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7B9934-7384-4A83-8B0E-FFF486DD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36D14-7448-4ACB-B1EC-DDDAAA95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43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72816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F616B-C814-43CB-9D66-2ACCE175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AE93A1-6738-46E4-8F22-EE921A983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78392C-C9F7-4DEF-AA81-542C2AAC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0A34EB-7EF1-4575-A605-E6075A63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F6B72C-E973-4717-9B32-EB861DCB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71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AC03E-CC96-46B4-8F06-809941B6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D83CB0-A9EB-4FCC-AFF1-9C0719455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A519CA-8C32-464E-AB8C-C7DAE493B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389CDC-954B-4F3C-8708-20D835E7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21DA71-9B62-4B5B-9FC5-8A2FE4CE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C5407C-33E1-4753-B9AC-F00DBA80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74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63584-63A5-4369-B563-05FB3555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8BDB9A-93BD-4EBA-9434-1716F8976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6B4D10-58E3-4843-B773-ACE304291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791276-15DC-4AAA-A29A-7294AAED5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84DE98-0C02-460E-AEB8-1FFCF6EE5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E545B8-BE5D-416A-A9C4-DD942138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03D84F0-63EB-4F1F-A304-21FC577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BA2A66-252D-4BBD-AD7E-3C84EC95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98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3F95C-774F-4E30-AE17-04AC0612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740606-3AD8-42ED-B129-A3DEC06B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7C616E-EC5D-4161-B871-4DBFA23F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7A186C-6BE5-484A-94F6-B5CFB1FB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21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4059D37-F92B-4726-A34B-164AC46F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B8A300-DCC2-4DBC-89F3-19460679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E01FBC-E1B1-44CF-B5F4-B0621F58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87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DE81A-B789-490D-9823-1DCB7955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3DE41-335B-4255-BD1B-1BD5FD76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CDC965-EE27-49DE-926C-3E4E5F353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F107-3B06-47AE-890B-4028A5F7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E7A224-216B-43E1-A95E-10F95BB0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BF9C8F-012F-410C-9624-42ADB56B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8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FA0CA-376B-46DC-813B-5E5FBFAA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EBA494-E82E-4757-A3C0-955EA65D1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117C38-1525-4DAA-A6A8-79732457C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F361C5-F126-4C0B-AE3A-2CBA980E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4F4485-29FD-4F98-96FC-E5D8DCB9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42FB67-03FB-449E-89B5-DF67F63D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76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5B5E7-60F9-464C-B174-D06589C5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8484D1-D333-4AE1-BBFC-CD1DEC20F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A59D6A-B58D-4E95-A396-200C9B9B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437D5-797B-49CA-AD3B-BE3CAF57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F4BFD-DCAB-4FA8-B42C-658D6832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69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D7D349-5ABD-40CA-91CD-9AC19B7C0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8E4FE5-4CB9-457C-9776-A6FC25BBA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DF420E-C006-48BA-ACD0-A009889F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6841BA-4A5C-4F80-82B2-3FE13D1DF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5348BA-A8D9-4752-9849-D1F480476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16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https://presentation-creation.ru/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69195-B136-450A-9EBB-E4D32554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56AFD3-762E-431D-8169-48E9431F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B0A7F1-90CF-4B8D-9FE0-9796384F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85775-DA12-4519-AD4E-BF0D8B5A28A2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2E4D6C-F1D3-4A14-8D0D-B4CCD0AC8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ACE525-741D-45DF-830F-DE1754B07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7"/>
            <a:extLst>
              <a:ext uri="{FF2B5EF4-FFF2-40B4-BE49-F238E27FC236}">
                <a16:creationId xmlns:a16="http://schemas.microsoft.com/office/drawing/2014/main" id="{5B02C175-E080-45D1-9C7B-D1AA06E5A42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2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1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DEC4D-D759-4813-A282-A0DE6A4A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2448"/>
            <a:ext cx="10515600" cy="3119334"/>
          </a:xfrm>
        </p:spPr>
        <p:txBody>
          <a:bodyPr>
            <a:normAutofit/>
          </a:bodyPr>
          <a:lstStyle/>
          <a:p>
            <a:pPr algn="ctr"/>
            <a:br>
              <a:rPr lang="ru-RU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№7.</a:t>
            </a:r>
            <a:br>
              <a:rPr lang="ru-RU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Модульное программирование в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74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0AF9F7-281C-4F9E-BABF-05CBB22A9EA9}"/>
              </a:ext>
            </a:extLst>
          </p:cNvPr>
          <p:cNvSpPr/>
          <p:nvPr/>
        </p:nvSpPr>
        <p:spPr>
          <a:xfrm rot="16200000">
            <a:off x="4802507" y="-1830137"/>
            <a:ext cx="2586986" cy="1051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B8ED6A0-A551-4B65-AB25-62AE2EE9F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25607" y="2265051"/>
            <a:ext cx="10153336" cy="245610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Модульное программирование — это подход к разработке программного обеспечения, который подразумевает разделение программы на отдельные модули, каждый из которых отвечает за свою часть функциональности. Этот подход позволяет улучшить читаемость, поддержку и повторное использование кода.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26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0AF9F7-281C-4F9E-BABF-05CBB22A9EA9}"/>
              </a:ext>
            </a:extLst>
          </p:cNvPr>
          <p:cNvSpPr/>
          <p:nvPr/>
        </p:nvSpPr>
        <p:spPr>
          <a:xfrm rot="16200000">
            <a:off x="4119958" y="-2161192"/>
            <a:ext cx="3993085" cy="107184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Модульное программирование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B8ED6A0-A551-4B65-AB25-62AE2EE9F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24475" y="1304485"/>
            <a:ext cx="9907405" cy="5031464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50000"/>
              </a:lnSpc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Упрощение разработки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Разделение на модули позволяет разработчикам работать над различными частями программы одновременно.</a:t>
            </a:r>
          </a:p>
          <a:p>
            <a:pPr marL="0" indent="457200" algn="just">
              <a:lnSpc>
                <a:spcPct val="150000"/>
              </a:lnSpc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читаемости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Модули могут быть логически связаны, что делает код более понятным.</a:t>
            </a:r>
          </a:p>
          <a:p>
            <a:pPr marL="0" indent="457200" algn="just">
              <a:lnSpc>
                <a:spcPct val="150000"/>
              </a:lnSpc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Повторное использование кода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Модули можно использовать в различных проектах без необходимости переписывать код.</a:t>
            </a:r>
          </a:p>
          <a:p>
            <a:pPr marL="0" indent="457200" algn="just">
              <a:lnSpc>
                <a:spcPct val="150000"/>
              </a:lnSpc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Упрощение тестирования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Модули можно тестировать изолированно, что облегчает процесс отладки.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56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сборки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6E8C9-19CE-478E-B7FB-B27637BBEFE5}"/>
              </a:ext>
            </a:extLst>
          </p:cNvPr>
          <p:cNvSpPr txBox="1"/>
          <p:nvPr/>
        </p:nvSpPr>
        <p:spPr>
          <a:xfrm>
            <a:off x="703632" y="1325563"/>
            <a:ext cx="10784732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сборки, такие как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играют важную роль в управлении проектами на Java, особенно когда речь идет о модульном программировании. Они помогают автоматизировать процесс сборки, управления зависимостями и упаковки приложений.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BBFC07-C90D-422B-BC42-F228EC8F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47" y="3321207"/>
            <a:ext cx="11102502" cy="103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9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6E8C9-19CE-478E-B7FB-B27637BBEFE5}"/>
              </a:ext>
            </a:extLst>
          </p:cNvPr>
          <p:cNvSpPr txBox="1"/>
          <p:nvPr/>
        </p:nvSpPr>
        <p:spPr>
          <a:xfrm>
            <a:off x="703632" y="1325563"/>
            <a:ext cx="10784732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инструмент для управления проектами и сборки на Java, который использует концепцию "сборки по стандарту". Он позволяет разработчикам описывать структуру проекта, его зависимости и процессы сборки в едином файле конфигурации — pom.xml.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14C933-6EE5-4F9E-BCD1-857762B0600C}"/>
              </a:ext>
            </a:extLst>
          </p:cNvPr>
          <p:cNvSpPr txBox="1"/>
          <p:nvPr/>
        </p:nvSpPr>
        <p:spPr>
          <a:xfrm>
            <a:off x="810638" y="2872902"/>
            <a:ext cx="106777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работает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конфигурации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В корне проекта находится файл pom.xml, в котором описываются зависимости, плагины и другие параметры проекта.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зависимостями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автоматически загружает необходимые библиотеки из центрального репозитория или локального кэша.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Стандартизированные цели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предоставляет предопределенные цели (например,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которые можно использовать для выполнения различных этапов сборки.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3D8810-64F2-469D-B91E-61A00E71E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979" y="2704220"/>
            <a:ext cx="1105054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3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277</Words>
  <Application>Microsoft Macintosh PowerPoint</Application>
  <PresentationFormat>Широкоэкранный</PresentationFormat>
  <Paragraphs>19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 ЛЕКЦИЯ №7.  Модульное программирование в Java. </vt:lpstr>
      <vt:lpstr>Введение</vt:lpstr>
      <vt:lpstr>Модульное программирование</vt:lpstr>
      <vt:lpstr>Системы сборки</vt:lpstr>
      <vt:lpstr>Maven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 Obstinate</dc:creator>
  <cp:lastModifiedBy>Владислав</cp:lastModifiedBy>
  <cp:revision>243</cp:revision>
  <dcterms:created xsi:type="dcterms:W3CDTF">2021-12-06T03:54:55Z</dcterms:created>
  <dcterms:modified xsi:type="dcterms:W3CDTF">2026-01-23T07:27:49Z</dcterms:modified>
</cp:coreProperties>
</file>