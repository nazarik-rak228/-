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6858000" cx="12192000"/>
  <p:notesSz cx="6858000" cy="9144000"/>
  <p:embeddedFontLst>
    <p:embeddedFont>
      <p:font typeface="Montserrat Black"/>
      <p:bold r:id="rId19"/>
      <p:boldItalic r:id="rId20"/>
    </p:embeddedFont>
    <p:embeddedFont>
      <p:font typeface="Montserrat Light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Black-boldItalic.fntdata"/><Relationship Id="rId11" Type="http://schemas.openxmlformats.org/officeDocument/2006/relationships/slide" Target="slides/slide7.xml"/><Relationship Id="rId22" Type="http://schemas.openxmlformats.org/officeDocument/2006/relationships/font" Target="fonts/MontserratLight-bold.fntdata"/><Relationship Id="rId10" Type="http://schemas.openxmlformats.org/officeDocument/2006/relationships/slide" Target="slides/slide6.xml"/><Relationship Id="rId21" Type="http://schemas.openxmlformats.org/officeDocument/2006/relationships/font" Target="fonts/MontserratLight-regular.fntdata"/><Relationship Id="rId13" Type="http://schemas.openxmlformats.org/officeDocument/2006/relationships/slide" Target="slides/slide9.xml"/><Relationship Id="rId24" Type="http://schemas.openxmlformats.org/officeDocument/2006/relationships/font" Target="fonts/MontserratLight-boldItalic.fntdata"/><Relationship Id="rId12" Type="http://schemas.openxmlformats.org/officeDocument/2006/relationships/slide" Target="slides/slide8.xml"/><Relationship Id="rId23" Type="http://schemas.openxmlformats.org/officeDocument/2006/relationships/font" Target="fonts/MontserratLight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MontserratBlack-bold.fntdata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1" Type="http://schemas.openxmlformats.org/officeDocument/2006/relationships/image" Target="../media/image13.png"/><Relationship Id="rId10" Type="http://schemas.openxmlformats.org/officeDocument/2006/relationships/hyperlink" Target="http://pptmon.com/" TargetMode="External"/><Relationship Id="rId13" Type="http://schemas.openxmlformats.org/officeDocument/2006/relationships/hyperlink" Target="http://www.pptmon.com/" TargetMode="External"/><Relationship Id="rId12" Type="http://schemas.openxmlformats.org/officeDocument/2006/relationships/hyperlink" Target="https://pptmon.com/" TargetMode="External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1.png"/><Relationship Id="rId5" Type="http://schemas.openxmlformats.org/officeDocument/2006/relationships/image" Target="../media/image5.png"/><Relationship Id="rId6" Type="http://schemas.openxmlformats.org/officeDocument/2006/relationships/image" Target="../media/image4.png"/><Relationship Id="rId7" Type="http://schemas.openxmlformats.org/officeDocument/2006/relationships/image" Target="../media/image1.png"/><Relationship Id="rId8" Type="http://schemas.openxmlformats.org/officeDocument/2006/relationships/image" Target="../media/image17.png"/></Relationships>
</file>

<file path=ppt/slideLayouts/_rels/slideLayout2.xml.rels><?xml version="1.0" encoding="UTF-8" standalone="yes"?><Relationships xmlns="http://schemas.openxmlformats.org/package/2006/relationships"><Relationship Id="rId11" Type="http://schemas.openxmlformats.org/officeDocument/2006/relationships/hyperlink" Target="https://pptmon.com/" TargetMode="External"/><Relationship Id="rId10" Type="http://schemas.openxmlformats.org/officeDocument/2006/relationships/image" Target="../media/image13.png"/><Relationship Id="rId13" Type="http://schemas.openxmlformats.org/officeDocument/2006/relationships/image" Target="../media/image27.png"/><Relationship Id="rId12" Type="http://schemas.openxmlformats.org/officeDocument/2006/relationships/hyperlink" Target="http://www.pptmon.com/" TargetMode="External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0.png"/><Relationship Id="rId4" Type="http://schemas.openxmlformats.org/officeDocument/2006/relationships/image" Target="../media/image6.png"/><Relationship Id="rId9" Type="http://schemas.openxmlformats.org/officeDocument/2006/relationships/hyperlink" Target="http://pptmon.com/" TargetMode="External"/><Relationship Id="rId5" Type="http://schemas.openxmlformats.org/officeDocument/2006/relationships/image" Target="../media/image12.png"/><Relationship Id="rId6" Type="http://schemas.openxmlformats.org/officeDocument/2006/relationships/image" Target="../media/image16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/Relationships>
</file>

<file path=ppt/slideLayouts/_rels/slideLayout3.xml.rels><?xml version="1.0" encoding="UTF-8" standalone="yes"?><Relationships xmlns="http://schemas.openxmlformats.org/package/2006/relationships"><Relationship Id="rId11" Type="http://schemas.openxmlformats.org/officeDocument/2006/relationships/image" Target="../media/image18.png"/><Relationship Id="rId10" Type="http://schemas.openxmlformats.org/officeDocument/2006/relationships/image" Target="../media/image16.png"/><Relationship Id="rId13" Type="http://schemas.openxmlformats.org/officeDocument/2006/relationships/image" Target="../media/image27.png"/><Relationship Id="rId1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2" Type="http://schemas.openxmlformats.org/officeDocument/2006/relationships/hyperlink" Target="http://pptmon.com/" TargetMode="External"/><Relationship Id="rId3" Type="http://schemas.openxmlformats.org/officeDocument/2006/relationships/image" Target="../media/image13.png"/><Relationship Id="rId4" Type="http://schemas.openxmlformats.org/officeDocument/2006/relationships/hyperlink" Target="https://pptmon.com/" TargetMode="External"/><Relationship Id="rId9" Type="http://schemas.openxmlformats.org/officeDocument/2006/relationships/image" Target="../media/image12.png"/><Relationship Id="rId5" Type="http://schemas.openxmlformats.org/officeDocument/2006/relationships/hyperlink" Target="http://www.pptmon.com/" TargetMode="External"/><Relationship Id="rId6" Type="http://schemas.openxmlformats.org/officeDocument/2006/relationships/image" Target="../media/image7.png"/><Relationship Id="rId7" Type="http://schemas.openxmlformats.org/officeDocument/2006/relationships/image" Target="../media/image10.png"/><Relationship Id="rId8" Type="http://schemas.openxmlformats.org/officeDocument/2006/relationships/image" Target="../media/image6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Relationship Id="rId3" Type="http://schemas.openxmlformats.org/officeDocument/2006/relationships/image" Target="../media/image34.png"/><Relationship Id="rId4" Type="http://schemas.openxmlformats.org/officeDocument/2006/relationships/image" Target="../media/image25.png"/><Relationship Id="rId9" Type="http://schemas.openxmlformats.org/officeDocument/2006/relationships/hyperlink" Target="http://www.pptmon.com/" TargetMode="External"/><Relationship Id="rId5" Type="http://schemas.openxmlformats.org/officeDocument/2006/relationships/image" Target="../media/image31.png"/><Relationship Id="rId6" Type="http://schemas.openxmlformats.org/officeDocument/2006/relationships/hyperlink" Target="http://pptmon.com/" TargetMode="External"/><Relationship Id="rId7" Type="http://schemas.openxmlformats.org/officeDocument/2006/relationships/image" Target="../media/image13.png"/><Relationship Id="rId8" Type="http://schemas.openxmlformats.org/officeDocument/2006/relationships/hyperlink" Target="https://pptmon.com/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pptmon.com/" TargetMode="External"/><Relationship Id="rId3" Type="http://schemas.openxmlformats.org/officeDocument/2006/relationships/image" Target="../media/image13.png"/><Relationship Id="rId4" Type="http://schemas.openxmlformats.org/officeDocument/2006/relationships/hyperlink" Target="https://pptmon.com/" TargetMode="External"/><Relationship Id="rId5" Type="http://schemas.openxmlformats.org/officeDocument/2006/relationships/hyperlink" Target="http://www.pptmon.com/" TargetMode="Externa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pptmon.com/" TargetMode="External"/><Relationship Id="rId3" Type="http://schemas.openxmlformats.org/officeDocument/2006/relationships/image" Target="../media/image13.png"/><Relationship Id="rId4" Type="http://schemas.openxmlformats.org/officeDocument/2006/relationships/hyperlink" Target="https://pptmon.com/" TargetMode="External"/><Relationship Id="rId5" Type="http://schemas.openxmlformats.org/officeDocument/2006/relationships/hyperlink" Target="http://www.pptmon.com/" TargetMode="Externa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pptmon.com/" TargetMode="External"/><Relationship Id="rId3" Type="http://schemas.openxmlformats.org/officeDocument/2006/relationships/image" Target="../media/image13.png"/><Relationship Id="rId4" Type="http://schemas.openxmlformats.org/officeDocument/2006/relationships/hyperlink" Target="https://pptmon.com/" TargetMode="External"/><Relationship Id="rId5" Type="http://schemas.openxmlformats.org/officeDocument/2006/relationships/hyperlink" Target="http://www.pptmon.com/" TargetMode="Externa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30.png"/><Relationship Id="rId4" Type="http://schemas.openxmlformats.org/officeDocument/2006/relationships/image" Target="../media/image34.png"/><Relationship Id="rId9" Type="http://schemas.openxmlformats.org/officeDocument/2006/relationships/hyperlink" Target="http://www.pptmon.com/" TargetMode="External"/><Relationship Id="rId5" Type="http://schemas.openxmlformats.org/officeDocument/2006/relationships/image" Target="../media/image25.png"/><Relationship Id="rId6" Type="http://schemas.openxmlformats.org/officeDocument/2006/relationships/hyperlink" Target="http://pptmon.com/" TargetMode="External"/><Relationship Id="rId7" Type="http://schemas.openxmlformats.org/officeDocument/2006/relationships/image" Target="../media/image13.png"/><Relationship Id="rId8" Type="http://schemas.openxmlformats.org/officeDocument/2006/relationships/hyperlink" Target="https://pptmon.com/" TargetMode="Externa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hyperlink" Target="http://pptmon.com/" TargetMode="External"/><Relationship Id="rId4" Type="http://schemas.openxmlformats.org/officeDocument/2006/relationships/image" Target="../media/image13.png"/><Relationship Id="rId5" Type="http://schemas.openxmlformats.org/officeDocument/2006/relationships/hyperlink" Target="https://pptmon.com/" TargetMode="External"/><Relationship Id="rId6" Type="http://schemas.openxmlformats.org/officeDocument/2006/relationships/hyperlink" Target="http://www.pptmon.com/" TargetMode="Externa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pptmon.com/" TargetMode="External"/><Relationship Id="rId3" Type="http://schemas.openxmlformats.org/officeDocument/2006/relationships/image" Target="../media/image13.png"/><Relationship Id="rId4" Type="http://schemas.openxmlformats.org/officeDocument/2006/relationships/hyperlink" Target="https://pptmon.com/" TargetMode="External"/><Relationship Id="rId5" Type="http://schemas.openxmlformats.org/officeDocument/2006/relationships/hyperlink" Target="http://www.pptmon.com/" TargetMode="Externa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pptmon.com/" TargetMode="External"/><Relationship Id="rId3" Type="http://schemas.openxmlformats.org/officeDocument/2006/relationships/image" Target="../media/image13.png"/><Relationship Id="rId4" Type="http://schemas.openxmlformats.org/officeDocument/2006/relationships/hyperlink" Target="https://pptmon.com/" TargetMode="External"/><Relationship Id="rId5" Type="http://schemas.openxmlformats.org/officeDocument/2006/relationships/hyperlink" Target="http://www.pptmon.com/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pptmon.com/" TargetMode="External"/><Relationship Id="rId3" Type="http://schemas.openxmlformats.org/officeDocument/2006/relationships/image" Target="../media/image13.png"/><Relationship Id="rId4" Type="http://schemas.openxmlformats.org/officeDocument/2006/relationships/hyperlink" Target="https://pptmon.com/" TargetMode="External"/><Relationship Id="rId5" Type="http://schemas.openxmlformats.org/officeDocument/2006/relationships/hyperlink" Target="http://www.pptmon.com/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pptmon.com/" TargetMode="External"/><Relationship Id="rId3" Type="http://schemas.openxmlformats.org/officeDocument/2006/relationships/image" Target="../media/image13.png"/><Relationship Id="rId4" Type="http://schemas.openxmlformats.org/officeDocument/2006/relationships/hyperlink" Target="https://pptmon.com/" TargetMode="External"/><Relationship Id="rId5" Type="http://schemas.openxmlformats.org/officeDocument/2006/relationships/hyperlink" Target="http://www.pptmon.com/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pptmon.com/" TargetMode="External"/><Relationship Id="rId3" Type="http://schemas.openxmlformats.org/officeDocument/2006/relationships/image" Target="../media/image13.png"/><Relationship Id="rId4" Type="http://schemas.openxmlformats.org/officeDocument/2006/relationships/hyperlink" Target="https://pptmon.com/" TargetMode="External"/><Relationship Id="rId5" Type="http://schemas.openxmlformats.org/officeDocument/2006/relationships/hyperlink" Target="http://www.pptmon.com/" TargetMode="Externa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pptmon.com/" TargetMode="External"/><Relationship Id="rId3" Type="http://schemas.openxmlformats.org/officeDocument/2006/relationships/image" Target="../media/image13.png"/><Relationship Id="rId4" Type="http://schemas.openxmlformats.org/officeDocument/2006/relationships/hyperlink" Target="https://pptmon.com/" TargetMode="External"/><Relationship Id="rId5" Type="http://schemas.openxmlformats.org/officeDocument/2006/relationships/hyperlink" Target="http://www.pptmon.com/" TargetMode="Externa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pptmon.com/" TargetMode="External"/><Relationship Id="rId3" Type="http://schemas.openxmlformats.org/officeDocument/2006/relationships/image" Target="../media/image13.png"/><Relationship Id="rId4" Type="http://schemas.openxmlformats.org/officeDocument/2006/relationships/hyperlink" Target="https://pptmon.com/" TargetMode="External"/><Relationship Id="rId5" Type="http://schemas.openxmlformats.org/officeDocument/2006/relationships/hyperlink" Target="http://www.pptmon.com/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pptmon.com/" TargetMode="External"/><Relationship Id="rId3" Type="http://schemas.openxmlformats.org/officeDocument/2006/relationships/image" Target="../media/image13.png"/><Relationship Id="rId4" Type="http://schemas.openxmlformats.org/officeDocument/2006/relationships/hyperlink" Target="https://pptmon.com/" TargetMode="External"/><Relationship Id="rId5" Type="http://schemas.openxmlformats.org/officeDocument/2006/relationships/hyperlink" Target="http://www.pptmon.com/" TargetMode="Externa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pptmon.com/" TargetMode="External"/><Relationship Id="rId3" Type="http://schemas.openxmlformats.org/officeDocument/2006/relationships/image" Target="../media/image13.png"/><Relationship Id="rId4" Type="http://schemas.openxmlformats.org/officeDocument/2006/relationships/hyperlink" Target="https://pptmon.com/" TargetMode="External"/><Relationship Id="rId5" Type="http://schemas.openxmlformats.org/officeDocument/2006/relationships/hyperlink" Target="http://www.pptmon.com/" TargetMode="Externa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pptmon.com/" TargetMode="External"/><Relationship Id="rId3" Type="http://schemas.openxmlformats.org/officeDocument/2006/relationships/image" Target="../media/image13.png"/><Relationship Id="rId4" Type="http://schemas.openxmlformats.org/officeDocument/2006/relationships/hyperlink" Target="https://pptmon.com/" TargetMode="External"/><Relationship Id="rId5" Type="http://schemas.openxmlformats.org/officeDocument/2006/relationships/hyperlink" Target="http://www.pptmon.com/" TargetMode="Externa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pptmon.com/" TargetMode="External"/><Relationship Id="rId3" Type="http://schemas.openxmlformats.org/officeDocument/2006/relationships/image" Target="../media/image13.png"/><Relationship Id="rId4" Type="http://schemas.openxmlformats.org/officeDocument/2006/relationships/hyperlink" Target="https://pptmon.com/" TargetMode="External"/><Relationship Id="rId5" Type="http://schemas.openxmlformats.org/officeDocument/2006/relationships/hyperlink" Target="http://www.pptmon.com/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PTMON title">
  <p:cSld name="PPTMON title">
    <p:bg>
      <p:bgPr>
        <a:solidFill>
          <a:srgbClr val="FFDF00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oogle Shape;11;p2"/>
          <p:cNvGrpSpPr/>
          <p:nvPr/>
        </p:nvGrpSpPr>
        <p:grpSpPr>
          <a:xfrm>
            <a:off x="606155" y="811762"/>
            <a:ext cx="4305300" cy="4714875"/>
            <a:chOff x="5303837" y="1020761"/>
            <a:chExt cx="4305300" cy="4714875"/>
          </a:xfrm>
        </p:grpSpPr>
        <p:pic>
          <p:nvPicPr>
            <p:cNvPr id="12" name="Google Shape;12;p2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5303837" y="1020761"/>
              <a:ext cx="4305300" cy="47148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" name="Google Shape;13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994524" y="2846681"/>
              <a:ext cx="923925" cy="16383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4" name="Google Shape;14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4842" y="5017860"/>
            <a:ext cx="342900" cy="342900"/>
          </a:xfrm>
          <a:prstGeom prst="rect">
            <a:avLst/>
          </a:prstGeom>
          <a:noFill/>
          <a:ln>
            <a:noFill/>
          </a:ln>
          <a:effectLst>
            <a:outerShdw rotWithShape="0" algn="tl" dir="2700000" dist="88900">
              <a:schemeClr val="lt1"/>
            </a:outerShdw>
          </a:effectLst>
        </p:spPr>
      </p:pic>
      <p:pic>
        <p:nvPicPr>
          <p:cNvPr id="15" name="Google Shape;15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28044" y="544286"/>
            <a:ext cx="304800" cy="304800"/>
          </a:xfrm>
          <a:prstGeom prst="rect">
            <a:avLst/>
          </a:prstGeom>
          <a:noFill/>
          <a:ln>
            <a:noFill/>
          </a:ln>
          <a:effectLst>
            <a:outerShdw rotWithShape="0" algn="tl" dir="2700000" dist="88900">
              <a:schemeClr val="lt1"/>
            </a:outerShdw>
          </a:effectLst>
        </p:spPr>
      </p:pic>
      <p:pic>
        <p:nvPicPr>
          <p:cNvPr id="16" name="Google Shape;16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-5702024">
            <a:off x="4207055" y="4762273"/>
            <a:ext cx="371475" cy="371475"/>
          </a:xfrm>
          <a:prstGeom prst="rect">
            <a:avLst/>
          </a:prstGeom>
          <a:noFill/>
          <a:ln>
            <a:noFill/>
          </a:ln>
          <a:effectLst>
            <a:outerShdw rotWithShape="0" algn="tl" dir="2700000" dist="88900">
              <a:schemeClr val="lt1"/>
            </a:outerShdw>
          </a:effectLst>
        </p:spPr>
      </p:pic>
      <p:pic>
        <p:nvPicPr>
          <p:cNvPr id="17" name="Google Shape;17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585005" y="4486048"/>
            <a:ext cx="85725" cy="85725"/>
          </a:xfrm>
          <a:prstGeom prst="rect">
            <a:avLst/>
          </a:prstGeom>
          <a:noFill/>
          <a:ln>
            <a:noFill/>
          </a:ln>
          <a:effectLst>
            <a:outerShdw rotWithShape="0" algn="tl" dir="2700000" dist="88900">
              <a:schemeClr val="lt1"/>
            </a:outerShdw>
          </a:effectLst>
        </p:spPr>
      </p:pic>
      <p:pic>
        <p:nvPicPr>
          <p:cNvPr id="18" name="Google Shape;18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802868" y="4198711"/>
            <a:ext cx="266700" cy="152400"/>
          </a:xfrm>
          <a:prstGeom prst="rect">
            <a:avLst/>
          </a:prstGeom>
          <a:noFill/>
          <a:ln>
            <a:noFill/>
          </a:ln>
          <a:effectLst>
            <a:outerShdw rotWithShape="0" algn="tl" dir="2700000" dist="88900">
              <a:schemeClr val="lt1"/>
            </a:outerShdw>
          </a:effectLst>
        </p:spPr>
      </p:pic>
      <p:pic>
        <p:nvPicPr>
          <p:cNvPr id="19" name="Google Shape;19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4817" y="2061936"/>
            <a:ext cx="371475" cy="371475"/>
          </a:xfrm>
          <a:prstGeom prst="rect">
            <a:avLst/>
          </a:prstGeom>
          <a:noFill/>
          <a:ln>
            <a:noFill/>
          </a:ln>
          <a:effectLst>
            <a:outerShdw rotWithShape="0" algn="tl" dir="2700000" dist="88900">
              <a:schemeClr val="lt1"/>
            </a:outerShdw>
          </a:effectLst>
        </p:spPr>
      </p:pic>
      <p:pic>
        <p:nvPicPr>
          <p:cNvPr id="20" name="Google Shape;20;p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696575" y="5372100"/>
            <a:ext cx="1495425" cy="148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2">
            <a:hlinkClick r:id="rId10"/>
          </p:cNvPr>
          <p:cNvPicPr preferRelativeResize="0"/>
          <p:nvPr/>
        </p:nvPicPr>
        <p:blipFill rotWithShape="1">
          <a:blip r:embed="rId11">
            <a:alphaModFix/>
          </a:blip>
          <a:srcRect b="0" l="29909" r="0" t="0"/>
          <a:stretch/>
        </p:blipFill>
        <p:spPr>
          <a:xfrm>
            <a:off x="5771192" y="6908968"/>
            <a:ext cx="2239204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2">
            <a:hlinkClick r:id="rId12"/>
          </p:cNvPr>
          <p:cNvSpPr txBox="1"/>
          <p:nvPr/>
        </p:nvSpPr>
        <p:spPr>
          <a:xfrm>
            <a:off x="4181605" y="6964689"/>
            <a:ext cx="2690631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0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3"/>
              </a:rPr>
              <a:t>Presentation template by</a:t>
            </a:r>
            <a:endParaRPr sz="1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2"/>
          <p:cNvSpPr/>
          <p:nvPr/>
        </p:nvSpPr>
        <p:spPr>
          <a:xfrm>
            <a:off x="10696575" y="434909"/>
            <a:ext cx="1076586" cy="1163837"/>
          </a:xfrm>
          <a:custGeom>
            <a:rect b="b" l="l" r="r" t="t"/>
            <a:pathLst>
              <a:path extrusionOk="0" h="1163837" w="1076586">
                <a:moveTo>
                  <a:pt x="731210" y="1082112"/>
                </a:moveTo>
                <a:cubicBezTo>
                  <a:pt x="753784" y="1082112"/>
                  <a:pt x="772072" y="1100401"/>
                  <a:pt x="772072" y="1122975"/>
                </a:cubicBezTo>
                <a:cubicBezTo>
                  <a:pt x="772072" y="1145549"/>
                  <a:pt x="753784" y="1163837"/>
                  <a:pt x="731210" y="1163837"/>
                </a:cubicBezTo>
                <a:cubicBezTo>
                  <a:pt x="708636" y="1163837"/>
                  <a:pt x="690348" y="1145549"/>
                  <a:pt x="690348" y="1122975"/>
                </a:cubicBezTo>
                <a:cubicBezTo>
                  <a:pt x="690348" y="1100401"/>
                  <a:pt x="708636" y="1082112"/>
                  <a:pt x="731210" y="1082112"/>
                </a:cubicBezTo>
                <a:close/>
                <a:moveTo>
                  <a:pt x="903898" y="388120"/>
                </a:moveTo>
                <a:cubicBezTo>
                  <a:pt x="853035" y="388120"/>
                  <a:pt x="811601" y="429554"/>
                  <a:pt x="811601" y="480417"/>
                </a:cubicBezTo>
                <a:cubicBezTo>
                  <a:pt x="811601" y="531281"/>
                  <a:pt x="853035" y="572715"/>
                  <a:pt x="903898" y="572715"/>
                </a:cubicBezTo>
                <a:cubicBezTo>
                  <a:pt x="954762" y="572715"/>
                  <a:pt x="996195" y="531281"/>
                  <a:pt x="996195" y="480417"/>
                </a:cubicBezTo>
                <a:cubicBezTo>
                  <a:pt x="996195" y="429459"/>
                  <a:pt x="954762" y="388120"/>
                  <a:pt x="903898" y="388120"/>
                </a:cubicBezTo>
                <a:close/>
                <a:moveTo>
                  <a:pt x="903898" y="307634"/>
                </a:moveTo>
                <a:cubicBezTo>
                  <a:pt x="999148" y="307634"/>
                  <a:pt x="1076586" y="385072"/>
                  <a:pt x="1076586" y="480322"/>
                </a:cubicBezTo>
                <a:cubicBezTo>
                  <a:pt x="1076586" y="575572"/>
                  <a:pt x="999148" y="653010"/>
                  <a:pt x="903898" y="653010"/>
                </a:cubicBezTo>
                <a:cubicBezTo>
                  <a:pt x="808648" y="653010"/>
                  <a:pt x="731210" y="575572"/>
                  <a:pt x="731210" y="480322"/>
                </a:cubicBezTo>
                <a:cubicBezTo>
                  <a:pt x="731210" y="385072"/>
                  <a:pt x="808648" y="307634"/>
                  <a:pt x="903898" y="307634"/>
                </a:cubicBezTo>
                <a:close/>
                <a:moveTo>
                  <a:pt x="40219" y="0"/>
                </a:moveTo>
                <a:cubicBezTo>
                  <a:pt x="50506" y="0"/>
                  <a:pt x="60793" y="3929"/>
                  <a:pt x="68651" y="11787"/>
                </a:cubicBezTo>
                <a:lnTo>
                  <a:pt x="154424" y="97560"/>
                </a:lnTo>
                <a:lnTo>
                  <a:pt x="240101" y="11883"/>
                </a:lnTo>
                <a:cubicBezTo>
                  <a:pt x="247959" y="4025"/>
                  <a:pt x="258246" y="96"/>
                  <a:pt x="268533" y="96"/>
                </a:cubicBezTo>
                <a:cubicBezTo>
                  <a:pt x="278820" y="96"/>
                  <a:pt x="289107" y="4025"/>
                  <a:pt x="296965" y="11883"/>
                </a:cubicBezTo>
                <a:cubicBezTo>
                  <a:pt x="312682" y="27599"/>
                  <a:pt x="312682" y="53031"/>
                  <a:pt x="296965" y="68747"/>
                </a:cubicBezTo>
                <a:lnTo>
                  <a:pt x="211289" y="154424"/>
                </a:lnTo>
                <a:lnTo>
                  <a:pt x="297061" y="240196"/>
                </a:lnTo>
                <a:cubicBezTo>
                  <a:pt x="312777" y="255913"/>
                  <a:pt x="312777" y="281344"/>
                  <a:pt x="297061" y="297061"/>
                </a:cubicBezTo>
                <a:cubicBezTo>
                  <a:pt x="289155" y="304966"/>
                  <a:pt x="278868" y="308872"/>
                  <a:pt x="268581" y="308872"/>
                </a:cubicBezTo>
                <a:cubicBezTo>
                  <a:pt x="258294" y="308872"/>
                  <a:pt x="248007" y="304966"/>
                  <a:pt x="240197" y="297061"/>
                </a:cubicBezTo>
                <a:lnTo>
                  <a:pt x="154424" y="211289"/>
                </a:lnTo>
                <a:lnTo>
                  <a:pt x="68556" y="297157"/>
                </a:lnTo>
                <a:cubicBezTo>
                  <a:pt x="60746" y="304967"/>
                  <a:pt x="50458" y="308872"/>
                  <a:pt x="40172" y="308872"/>
                </a:cubicBezTo>
                <a:cubicBezTo>
                  <a:pt x="29884" y="308872"/>
                  <a:pt x="19597" y="304967"/>
                  <a:pt x="11787" y="297061"/>
                </a:cubicBezTo>
                <a:cubicBezTo>
                  <a:pt x="-3929" y="281345"/>
                  <a:pt x="-3929" y="255913"/>
                  <a:pt x="11787" y="240197"/>
                </a:cubicBezTo>
                <a:lnTo>
                  <a:pt x="97560" y="154424"/>
                </a:lnTo>
                <a:lnTo>
                  <a:pt x="11787" y="68651"/>
                </a:lnTo>
                <a:cubicBezTo>
                  <a:pt x="-3929" y="52935"/>
                  <a:pt x="-3929" y="27503"/>
                  <a:pt x="11787" y="11787"/>
                </a:cubicBezTo>
                <a:cubicBezTo>
                  <a:pt x="19645" y="3929"/>
                  <a:pt x="29932" y="0"/>
                  <a:pt x="40219" y="0"/>
                </a:cubicBezTo>
                <a:close/>
              </a:path>
            </a:pathLst>
          </a:custGeom>
          <a:solidFill>
            <a:srgbClr val="232020"/>
          </a:solidFill>
          <a:ln>
            <a:noFill/>
          </a:ln>
          <a:effectLst>
            <a:outerShdw rotWithShape="0" algn="tl" dir="2700000" dist="38100">
              <a:schemeClr val="lt1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24" name="Google Shape;24;p2"/>
          <p:cNvSpPr/>
          <p:nvPr/>
        </p:nvSpPr>
        <p:spPr>
          <a:xfrm>
            <a:off x="6057186" y="5843675"/>
            <a:ext cx="4316108" cy="666397"/>
          </a:xfrm>
          <a:custGeom>
            <a:rect b="b" l="l" r="r" t="t"/>
            <a:pathLst>
              <a:path extrusionOk="0" h="666397" w="4316108">
                <a:moveTo>
                  <a:pt x="487775" y="357525"/>
                </a:moveTo>
                <a:cubicBezTo>
                  <a:pt x="498062" y="357525"/>
                  <a:pt x="508349" y="361430"/>
                  <a:pt x="516160" y="369336"/>
                </a:cubicBezTo>
                <a:lnTo>
                  <a:pt x="601932" y="455108"/>
                </a:lnTo>
                <a:lnTo>
                  <a:pt x="687800" y="369240"/>
                </a:lnTo>
                <a:cubicBezTo>
                  <a:pt x="695611" y="361430"/>
                  <a:pt x="705898" y="357525"/>
                  <a:pt x="716185" y="357525"/>
                </a:cubicBezTo>
                <a:cubicBezTo>
                  <a:pt x="726472" y="357525"/>
                  <a:pt x="736759" y="361430"/>
                  <a:pt x="744569" y="369336"/>
                </a:cubicBezTo>
                <a:cubicBezTo>
                  <a:pt x="760286" y="385052"/>
                  <a:pt x="760286" y="410484"/>
                  <a:pt x="744569" y="426200"/>
                </a:cubicBezTo>
                <a:lnTo>
                  <a:pt x="658797" y="511973"/>
                </a:lnTo>
                <a:lnTo>
                  <a:pt x="744569" y="597745"/>
                </a:lnTo>
                <a:cubicBezTo>
                  <a:pt x="760286" y="613461"/>
                  <a:pt x="760286" y="638893"/>
                  <a:pt x="744569" y="654610"/>
                </a:cubicBezTo>
                <a:cubicBezTo>
                  <a:pt x="728853" y="670326"/>
                  <a:pt x="703421" y="670326"/>
                  <a:pt x="687705" y="654610"/>
                </a:cubicBezTo>
                <a:lnTo>
                  <a:pt x="601968" y="568801"/>
                </a:lnTo>
                <a:lnTo>
                  <a:pt x="516255" y="654514"/>
                </a:lnTo>
                <a:cubicBezTo>
                  <a:pt x="500539" y="670230"/>
                  <a:pt x="475107" y="670230"/>
                  <a:pt x="459391" y="654514"/>
                </a:cubicBezTo>
                <a:cubicBezTo>
                  <a:pt x="443675" y="638798"/>
                  <a:pt x="443675" y="613366"/>
                  <a:pt x="459391" y="597650"/>
                </a:cubicBezTo>
                <a:lnTo>
                  <a:pt x="545128" y="511913"/>
                </a:lnTo>
                <a:lnTo>
                  <a:pt x="459391" y="426105"/>
                </a:lnTo>
                <a:cubicBezTo>
                  <a:pt x="443675" y="410388"/>
                  <a:pt x="443675" y="384957"/>
                  <a:pt x="459391" y="369240"/>
                </a:cubicBezTo>
                <a:cubicBezTo>
                  <a:pt x="467201" y="361430"/>
                  <a:pt x="477488" y="357525"/>
                  <a:pt x="487775" y="357525"/>
                </a:cubicBezTo>
                <a:close/>
                <a:moveTo>
                  <a:pt x="40862" y="221405"/>
                </a:moveTo>
                <a:cubicBezTo>
                  <a:pt x="63436" y="221405"/>
                  <a:pt x="81724" y="239693"/>
                  <a:pt x="81724" y="262267"/>
                </a:cubicBezTo>
                <a:cubicBezTo>
                  <a:pt x="81724" y="284841"/>
                  <a:pt x="63436" y="303129"/>
                  <a:pt x="40862" y="303129"/>
                </a:cubicBezTo>
                <a:cubicBezTo>
                  <a:pt x="18288" y="303129"/>
                  <a:pt x="0" y="284841"/>
                  <a:pt x="0" y="262267"/>
                </a:cubicBezTo>
                <a:cubicBezTo>
                  <a:pt x="0" y="239693"/>
                  <a:pt x="18288" y="221405"/>
                  <a:pt x="40862" y="221405"/>
                </a:cubicBezTo>
                <a:close/>
                <a:moveTo>
                  <a:pt x="4080415" y="117856"/>
                </a:moveTo>
                <a:lnTo>
                  <a:pt x="4037267" y="278829"/>
                </a:lnTo>
                <a:lnTo>
                  <a:pt x="4198240" y="235681"/>
                </a:lnTo>
                <a:close/>
                <a:moveTo>
                  <a:pt x="4049173" y="1366"/>
                </a:moveTo>
                <a:cubicBezTo>
                  <a:pt x="4063080" y="-2349"/>
                  <a:pt x="4077843" y="1651"/>
                  <a:pt x="4088035" y="11748"/>
                </a:cubicBezTo>
                <a:lnTo>
                  <a:pt x="4304348" y="228061"/>
                </a:lnTo>
                <a:cubicBezTo>
                  <a:pt x="4314540" y="238252"/>
                  <a:pt x="4318445" y="253016"/>
                  <a:pt x="4314730" y="266923"/>
                </a:cubicBezTo>
                <a:cubicBezTo>
                  <a:pt x="4311015" y="280829"/>
                  <a:pt x="4300157" y="291593"/>
                  <a:pt x="4286346" y="295307"/>
                </a:cubicBezTo>
                <a:lnTo>
                  <a:pt x="3990880" y="374460"/>
                </a:lnTo>
                <a:cubicBezTo>
                  <a:pt x="3976974" y="378175"/>
                  <a:pt x="3962210" y="374174"/>
                  <a:pt x="3952018" y="364078"/>
                </a:cubicBezTo>
                <a:cubicBezTo>
                  <a:pt x="3941826" y="353886"/>
                  <a:pt x="3937921" y="339122"/>
                  <a:pt x="3941636" y="325216"/>
                </a:cubicBezTo>
                <a:lnTo>
                  <a:pt x="4020789" y="29750"/>
                </a:lnTo>
                <a:cubicBezTo>
                  <a:pt x="4024503" y="15844"/>
                  <a:pt x="4035362" y="5080"/>
                  <a:pt x="4049173" y="1366"/>
                </a:cubicBezTo>
                <a:close/>
              </a:path>
            </a:pathLst>
          </a:custGeom>
          <a:solidFill>
            <a:srgbClr val="232020"/>
          </a:solidFill>
          <a:ln>
            <a:noFill/>
          </a:ln>
          <a:effectLst>
            <a:outerShdw rotWithShape="0" algn="tl" dir="2700000" dist="38100">
              <a:schemeClr val="lt1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PPTMON slide">
  <p:cSld name="1_PPTMON slide">
    <p:bg>
      <p:bgPr>
        <a:solidFill>
          <a:schemeClr val="lt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99523" y="456536"/>
            <a:ext cx="3464450" cy="3794033"/>
          </a:xfrm>
          <a:prstGeom prst="rect">
            <a:avLst/>
          </a:prstGeom>
          <a:noFill/>
          <a:ln>
            <a:noFill/>
          </a:ln>
          <a:effectLst>
            <a:outerShdw rotWithShape="0" algn="tl" dir="2700000" dist="63500">
              <a:srgbClr val="FFDF00"/>
            </a:outerShdw>
          </a:effectLst>
        </p:spPr>
      </p:pic>
      <p:pic>
        <p:nvPicPr>
          <p:cNvPr id="27" name="Google Shape;2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75499" y="3841159"/>
            <a:ext cx="275930" cy="275930"/>
          </a:xfrm>
          <a:prstGeom prst="rect">
            <a:avLst/>
          </a:prstGeom>
          <a:noFill/>
          <a:ln>
            <a:noFill/>
          </a:ln>
          <a:effectLst>
            <a:outerShdw rotWithShape="0" algn="tl" dir="2700000" dist="63500">
              <a:srgbClr val="FFDF00"/>
            </a:outerShdw>
          </a:effectLst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39014" y="241300"/>
            <a:ext cx="245271" cy="245271"/>
          </a:xfrm>
          <a:prstGeom prst="rect">
            <a:avLst/>
          </a:prstGeom>
          <a:noFill/>
          <a:ln>
            <a:noFill/>
          </a:ln>
          <a:effectLst>
            <a:outerShdw rotWithShape="0" algn="tl" dir="2700000" dist="63500">
              <a:srgbClr val="FFDF00"/>
            </a:outerShdw>
          </a:effectLst>
        </p:spPr>
      </p:pic>
      <p:pic>
        <p:nvPicPr>
          <p:cNvPr id="29" name="Google Shape;29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5702024">
            <a:off x="11297147" y="3635490"/>
            <a:ext cx="298924" cy="298924"/>
          </a:xfrm>
          <a:prstGeom prst="rect">
            <a:avLst/>
          </a:prstGeom>
          <a:noFill/>
          <a:ln>
            <a:noFill/>
          </a:ln>
          <a:effectLst>
            <a:outerShdw rotWithShape="0" algn="tl" dir="2700000" dist="63500">
              <a:srgbClr val="FFDF00"/>
            </a:outerShdw>
          </a:effectLst>
        </p:spPr>
      </p:pic>
      <p:pic>
        <p:nvPicPr>
          <p:cNvPr id="30" name="Google Shape;30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87198" y="3413213"/>
            <a:ext cx="68982" cy="68982"/>
          </a:xfrm>
          <a:prstGeom prst="rect">
            <a:avLst/>
          </a:prstGeom>
          <a:noFill/>
          <a:ln>
            <a:noFill/>
          </a:ln>
          <a:effectLst>
            <a:outerShdw rotWithShape="0" algn="tl" dir="2700000" dist="63500">
              <a:srgbClr val="FFDF00"/>
            </a:outerShdw>
          </a:effectLst>
        </p:spPr>
      </p:pic>
      <p:pic>
        <p:nvPicPr>
          <p:cNvPr id="31" name="Google Shape;31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776594" y="3181995"/>
            <a:ext cx="214612" cy="122635"/>
          </a:xfrm>
          <a:prstGeom prst="rect">
            <a:avLst/>
          </a:prstGeom>
          <a:noFill/>
          <a:ln>
            <a:noFill/>
          </a:ln>
          <a:effectLst>
            <a:outerShdw rotWithShape="0" algn="tl" dir="2700000" dist="63500">
              <a:srgbClr val="FFDF00"/>
            </a:outerShdw>
          </a:effectLst>
        </p:spPr>
      </p:pic>
      <p:pic>
        <p:nvPicPr>
          <p:cNvPr id="32" name="Google Shape;32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14540" y="1462544"/>
            <a:ext cx="298924" cy="298924"/>
          </a:xfrm>
          <a:prstGeom prst="rect">
            <a:avLst/>
          </a:prstGeom>
          <a:noFill/>
          <a:ln>
            <a:noFill/>
          </a:ln>
          <a:effectLst>
            <a:outerShdw rotWithShape="0" algn="tl" dir="2700000" dist="63500">
              <a:srgbClr val="FFDF00"/>
            </a:outerShdw>
          </a:effectLst>
        </p:spPr>
      </p:pic>
      <p:pic>
        <p:nvPicPr>
          <p:cNvPr id="33" name="Google Shape;33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760009" y="1925843"/>
            <a:ext cx="743477" cy="1318331"/>
          </a:xfrm>
          <a:prstGeom prst="rect">
            <a:avLst/>
          </a:prstGeom>
          <a:noFill/>
          <a:ln>
            <a:noFill/>
          </a:ln>
          <a:effectLst>
            <a:outerShdw rotWithShape="0" algn="tl" dir="2700000" dist="63500">
              <a:srgbClr val="FFDF00"/>
            </a:outerShdw>
          </a:effectLst>
        </p:spPr>
      </p:pic>
      <p:pic>
        <p:nvPicPr>
          <p:cNvPr id="34" name="Google Shape;34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2700000">
            <a:off x="770551" y="969780"/>
            <a:ext cx="602650" cy="602650"/>
          </a:xfrm>
          <a:prstGeom prst="rect">
            <a:avLst/>
          </a:prstGeom>
          <a:noFill/>
          <a:ln>
            <a:noFill/>
          </a:ln>
          <a:effectLst>
            <a:outerShdw rotWithShape="0" algn="tl" dir="2700000" dist="63500">
              <a:srgbClr val="FFDF00"/>
            </a:outerShdw>
          </a:effectLst>
        </p:spPr>
      </p:pic>
      <p:pic>
        <p:nvPicPr>
          <p:cNvPr id="35" name="Google Shape;35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88374" y="5820794"/>
            <a:ext cx="316278" cy="180729"/>
          </a:xfrm>
          <a:prstGeom prst="rect">
            <a:avLst/>
          </a:prstGeom>
          <a:noFill/>
          <a:ln>
            <a:noFill/>
          </a:ln>
          <a:effectLst>
            <a:outerShdw rotWithShape="0" algn="tl" dir="2700000" dist="63500">
              <a:srgbClr val="FFDF00"/>
            </a:outerShdw>
          </a:effectLst>
        </p:spPr>
      </p:pic>
      <p:pic>
        <p:nvPicPr>
          <p:cNvPr id="36" name="Google Shape;3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5793" y="6218671"/>
            <a:ext cx="406643" cy="406643"/>
          </a:xfrm>
          <a:prstGeom prst="rect">
            <a:avLst/>
          </a:prstGeom>
          <a:noFill/>
          <a:ln>
            <a:noFill/>
          </a:ln>
          <a:effectLst>
            <a:outerShdw rotWithShape="0" algn="tl" dir="2700000" dist="63500">
              <a:srgbClr val="FFDF00"/>
            </a:outerShdw>
          </a:effectLst>
        </p:spPr>
      </p:pic>
      <p:pic>
        <p:nvPicPr>
          <p:cNvPr id="37" name="Google Shape;37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657264" y="5588000"/>
            <a:ext cx="101660" cy="101660"/>
          </a:xfrm>
          <a:prstGeom prst="rect">
            <a:avLst/>
          </a:prstGeom>
          <a:noFill/>
          <a:ln>
            <a:noFill/>
          </a:ln>
          <a:effectLst>
            <a:outerShdw rotWithShape="0" algn="tl" dir="2700000" dist="63500">
              <a:srgbClr val="FFDF00"/>
            </a:outerShdw>
          </a:effectLst>
        </p:spPr>
      </p:pic>
      <p:pic>
        <p:nvPicPr>
          <p:cNvPr id="38" name="Google Shape;38;p3">
            <a:hlinkClick r:id="rId9"/>
          </p:cNvPr>
          <p:cNvPicPr preferRelativeResize="0"/>
          <p:nvPr/>
        </p:nvPicPr>
        <p:blipFill rotWithShape="1">
          <a:blip r:embed="rId10">
            <a:alphaModFix/>
          </a:blip>
          <a:srcRect b="0" l="29909" r="0" t="0"/>
          <a:stretch/>
        </p:blipFill>
        <p:spPr>
          <a:xfrm>
            <a:off x="5771192" y="6908968"/>
            <a:ext cx="2239204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3">
            <a:hlinkClick r:id="rId11"/>
          </p:cNvPr>
          <p:cNvSpPr txBox="1"/>
          <p:nvPr/>
        </p:nvSpPr>
        <p:spPr>
          <a:xfrm>
            <a:off x="4181605" y="6964689"/>
            <a:ext cx="2690631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2"/>
              </a:rPr>
              <a:t>Presentation template by</a:t>
            </a:r>
            <a:endParaRPr sz="1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" name="Google Shape;40;p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0696575" y="5372100"/>
            <a:ext cx="1495425" cy="1485900"/>
          </a:xfrm>
          <a:prstGeom prst="rect">
            <a:avLst/>
          </a:prstGeom>
          <a:noFill/>
          <a:ln>
            <a:noFill/>
          </a:ln>
          <a:effectLst>
            <a:outerShdw rotWithShape="0" algn="tl" dir="2700000" dist="63500">
              <a:srgbClr val="FFDF00"/>
            </a:outerShdw>
          </a:effectLst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PPTMON slide">
  <p:cSld name="2_PPTMON slide">
    <p:bg>
      <p:bgPr>
        <a:solidFill>
          <a:srgbClr val="FFDF00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29909" r="0" t="0"/>
          <a:stretch/>
        </p:blipFill>
        <p:spPr>
          <a:xfrm>
            <a:off x="5771192" y="6908968"/>
            <a:ext cx="2239204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4">
            <a:hlinkClick r:id="rId4"/>
          </p:cNvPr>
          <p:cNvSpPr txBox="1"/>
          <p:nvPr/>
        </p:nvSpPr>
        <p:spPr>
          <a:xfrm>
            <a:off x="4181605" y="6964689"/>
            <a:ext cx="2690631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Presentation template by</a:t>
            </a:r>
            <a:endParaRPr sz="1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" name="Google Shape;44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805761" y="527760"/>
            <a:ext cx="1953408" cy="2139241"/>
          </a:xfrm>
          <a:prstGeom prst="rect">
            <a:avLst/>
          </a:prstGeom>
          <a:noFill/>
          <a:ln>
            <a:noFill/>
          </a:ln>
          <a:effectLst>
            <a:outerShdw rotWithShape="0" algn="tl" dir="2700000" dist="38100">
              <a:schemeClr val="lt1"/>
            </a:outerShdw>
          </a:effectLst>
        </p:spPr>
      </p:pic>
      <p:pic>
        <p:nvPicPr>
          <p:cNvPr id="45" name="Google Shape;45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904984" y="2436158"/>
            <a:ext cx="155581" cy="155581"/>
          </a:xfrm>
          <a:prstGeom prst="rect">
            <a:avLst/>
          </a:prstGeom>
          <a:noFill/>
          <a:ln>
            <a:noFill/>
          </a:ln>
          <a:effectLst>
            <a:outerShdw rotWithShape="0" algn="tl" dir="2700000" dist="38100">
              <a:schemeClr val="lt1"/>
            </a:outerShdw>
          </a:effectLst>
        </p:spPr>
      </p:pic>
      <p:pic>
        <p:nvPicPr>
          <p:cNvPr id="46" name="Google Shape;46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997181" y="406401"/>
            <a:ext cx="138294" cy="138294"/>
          </a:xfrm>
          <a:prstGeom prst="rect">
            <a:avLst/>
          </a:prstGeom>
          <a:noFill/>
          <a:ln>
            <a:noFill/>
          </a:ln>
          <a:effectLst>
            <a:outerShdw rotWithShape="0" algn="tl" dir="2700000" dist="38100">
              <a:schemeClr val="lt1"/>
            </a:outerShdw>
          </a:effectLst>
        </p:spPr>
      </p:pic>
      <p:pic>
        <p:nvPicPr>
          <p:cNvPr id="47" name="Google Shape;47;p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 rot="-5702024">
            <a:off x="11439567" y="2320193"/>
            <a:ext cx="168546" cy="168546"/>
          </a:xfrm>
          <a:prstGeom prst="rect">
            <a:avLst/>
          </a:prstGeom>
          <a:noFill/>
          <a:ln>
            <a:noFill/>
          </a:ln>
          <a:effectLst>
            <a:outerShdw rotWithShape="0" algn="tl" dir="2700000" dist="38100">
              <a:schemeClr val="lt1"/>
            </a:outerShdw>
          </a:effectLst>
        </p:spPr>
      </p:pic>
      <p:pic>
        <p:nvPicPr>
          <p:cNvPr id="48" name="Google Shape;48;p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249886" y="2194863"/>
            <a:ext cx="38895" cy="38895"/>
          </a:xfrm>
          <a:prstGeom prst="rect">
            <a:avLst/>
          </a:prstGeom>
          <a:noFill/>
          <a:ln>
            <a:noFill/>
          </a:ln>
          <a:effectLst>
            <a:outerShdw rotWithShape="0" algn="tl" dir="2700000" dist="38100">
              <a:schemeClr val="lt1"/>
            </a:outerShdw>
          </a:effectLst>
        </p:spPr>
      </p:pic>
      <p:pic>
        <p:nvPicPr>
          <p:cNvPr id="49" name="Google Shape;49;p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1709900" y="2064493"/>
            <a:ext cx="121008" cy="69147"/>
          </a:xfrm>
          <a:prstGeom prst="rect">
            <a:avLst/>
          </a:prstGeom>
          <a:noFill/>
          <a:ln>
            <a:noFill/>
          </a:ln>
          <a:effectLst>
            <a:outerShdw rotWithShape="0" algn="tl" dir="2700000" dist="38100">
              <a:schemeClr val="lt1"/>
            </a:outerShdw>
          </a:effectLst>
        </p:spPr>
      </p:pic>
      <p:pic>
        <p:nvPicPr>
          <p:cNvPr id="50" name="Google Shape;50;p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814228" y="1094991"/>
            <a:ext cx="168546" cy="168546"/>
          </a:xfrm>
          <a:prstGeom prst="rect">
            <a:avLst/>
          </a:prstGeom>
          <a:noFill/>
          <a:ln>
            <a:noFill/>
          </a:ln>
          <a:effectLst>
            <a:outerShdw rotWithShape="0" algn="tl" dir="2700000" dist="38100">
              <a:schemeClr val="lt1"/>
            </a:outerShdw>
          </a:effectLst>
        </p:spPr>
      </p:pic>
      <p:pic>
        <p:nvPicPr>
          <p:cNvPr id="51" name="Google Shape;51;p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0572862" y="1356220"/>
            <a:ext cx="419205" cy="743332"/>
          </a:xfrm>
          <a:prstGeom prst="rect">
            <a:avLst/>
          </a:prstGeom>
          <a:noFill/>
          <a:ln>
            <a:noFill/>
          </a:ln>
          <a:effectLst>
            <a:outerShdw rotWithShape="0" algn="tl" dir="2700000" dist="38100">
              <a:schemeClr val="lt1"/>
            </a:outerShdw>
          </a:effectLst>
        </p:spPr>
      </p:pic>
      <p:pic>
        <p:nvPicPr>
          <p:cNvPr id="52" name="Google Shape;52;p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 rot="2700000">
            <a:off x="770551" y="969780"/>
            <a:ext cx="602650" cy="602650"/>
          </a:xfrm>
          <a:prstGeom prst="rect">
            <a:avLst/>
          </a:prstGeom>
          <a:noFill/>
          <a:ln>
            <a:noFill/>
          </a:ln>
          <a:effectLst>
            <a:outerShdw rotWithShape="0" algn="tl" dir="2700000" dist="38100">
              <a:schemeClr val="lt1"/>
            </a:outerShdw>
          </a:effectLst>
        </p:spPr>
      </p:pic>
      <p:pic>
        <p:nvPicPr>
          <p:cNvPr id="53" name="Google Shape;53;p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88374" y="5820794"/>
            <a:ext cx="316278" cy="180729"/>
          </a:xfrm>
          <a:prstGeom prst="rect">
            <a:avLst/>
          </a:prstGeom>
          <a:noFill/>
          <a:ln>
            <a:noFill/>
          </a:ln>
          <a:effectLst>
            <a:outerShdw rotWithShape="0" algn="tl" dir="2700000" dist="38100">
              <a:schemeClr val="lt1"/>
            </a:outerShdw>
          </a:effectLst>
        </p:spPr>
      </p:pic>
      <p:pic>
        <p:nvPicPr>
          <p:cNvPr id="54" name="Google Shape;54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55793" y="6218671"/>
            <a:ext cx="406643" cy="406643"/>
          </a:xfrm>
          <a:prstGeom prst="rect">
            <a:avLst/>
          </a:prstGeom>
          <a:noFill/>
          <a:ln>
            <a:noFill/>
          </a:ln>
          <a:effectLst>
            <a:outerShdw rotWithShape="0" algn="tl" dir="2700000" dist="38100">
              <a:schemeClr val="lt1"/>
            </a:outerShdw>
          </a:effectLst>
        </p:spPr>
      </p:pic>
      <p:pic>
        <p:nvPicPr>
          <p:cNvPr id="55" name="Google Shape;55;p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657264" y="5588000"/>
            <a:ext cx="101660" cy="101660"/>
          </a:xfrm>
          <a:prstGeom prst="rect">
            <a:avLst/>
          </a:prstGeom>
          <a:noFill/>
          <a:ln>
            <a:noFill/>
          </a:ln>
          <a:effectLst>
            <a:outerShdw rotWithShape="0" algn="tl" dir="2700000" dist="38100">
              <a:schemeClr val="lt1"/>
            </a:outerShdw>
          </a:effectLst>
        </p:spPr>
      </p:pic>
      <p:pic>
        <p:nvPicPr>
          <p:cNvPr id="56" name="Google Shape;56;p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0696575" y="5372100"/>
            <a:ext cx="1495425" cy="1485900"/>
          </a:xfrm>
          <a:prstGeom prst="rect">
            <a:avLst/>
          </a:prstGeom>
          <a:noFill/>
          <a:ln>
            <a:noFill/>
          </a:ln>
          <a:effectLst>
            <a:outerShdw rotWithShape="0" algn="tl" dir="2700000" dist="38100">
              <a:schemeClr val="lt1"/>
            </a:outerShdw>
          </a:effectLst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PPTMON slide">
  <p:cSld name="4_PPTMON slide">
    <p:bg>
      <p:bgPr>
        <a:solidFill>
          <a:srgbClr val="FFDF00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"/>
          <p:cNvSpPr/>
          <p:nvPr/>
        </p:nvSpPr>
        <p:spPr>
          <a:xfrm>
            <a:off x="7107869" y="1339906"/>
            <a:ext cx="314325" cy="314325"/>
          </a:xfrm>
          <a:custGeom>
            <a:rect b="b" l="l" r="r" t="t"/>
            <a:pathLst>
              <a:path extrusionOk="0" h="314325" w="314325">
                <a:moveTo>
                  <a:pt x="47316" y="315920"/>
                </a:moveTo>
                <a:cubicBezTo>
                  <a:pt x="37028" y="315920"/>
                  <a:pt x="26741" y="312015"/>
                  <a:pt x="18931" y="304109"/>
                </a:cubicBezTo>
                <a:cubicBezTo>
                  <a:pt x="3215" y="288393"/>
                  <a:pt x="3215" y="262961"/>
                  <a:pt x="18931" y="247245"/>
                </a:cubicBezTo>
                <a:lnTo>
                  <a:pt x="247245" y="18931"/>
                </a:lnTo>
                <a:cubicBezTo>
                  <a:pt x="262961" y="3215"/>
                  <a:pt x="288393" y="3215"/>
                  <a:pt x="304109" y="18931"/>
                </a:cubicBezTo>
                <a:cubicBezTo>
                  <a:pt x="319826" y="34647"/>
                  <a:pt x="319826" y="60079"/>
                  <a:pt x="304109" y="75795"/>
                </a:cubicBezTo>
                <a:lnTo>
                  <a:pt x="75700" y="304205"/>
                </a:lnTo>
                <a:cubicBezTo>
                  <a:pt x="67890" y="312015"/>
                  <a:pt x="57602" y="315920"/>
                  <a:pt x="47316" y="31592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rotWithShape="0" algn="tl" dir="2700000" dist="38100">
              <a:schemeClr val="dk1">
                <a:alpha val="6666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7107869" y="1339810"/>
            <a:ext cx="314325" cy="314325"/>
          </a:xfrm>
          <a:custGeom>
            <a:rect b="b" l="l" r="r" t="t"/>
            <a:pathLst>
              <a:path extrusionOk="0" h="314325" w="314325">
                <a:moveTo>
                  <a:pt x="275725" y="316016"/>
                </a:moveTo>
                <a:cubicBezTo>
                  <a:pt x="265438" y="316016"/>
                  <a:pt x="255151" y="312110"/>
                  <a:pt x="247341" y="304205"/>
                </a:cubicBezTo>
                <a:lnTo>
                  <a:pt x="18931" y="75795"/>
                </a:lnTo>
                <a:cubicBezTo>
                  <a:pt x="3215" y="60079"/>
                  <a:pt x="3215" y="34647"/>
                  <a:pt x="18931" y="18931"/>
                </a:cubicBezTo>
                <a:cubicBezTo>
                  <a:pt x="34647" y="3215"/>
                  <a:pt x="60079" y="3215"/>
                  <a:pt x="75795" y="18931"/>
                </a:cubicBezTo>
                <a:lnTo>
                  <a:pt x="304205" y="247340"/>
                </a:lnTo>
                <a:cubicBezTo>
                  <a:pt x="319921" y="263057"/>
                  <a:pt x="319921" y="288488"/>
                  <a:pt x="304205" y="304205"/>
                </a:cubicBezTo>
                <a:cubicBezTo>
                  <a:pt x="296299" y="312110"/>
                  <a:pt x="286012" y="316016"/>
                  <a:pt x="275725" y="31601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rotWithShape="0" algn="tl" dir="2700000" dist="38100">
              <a:schemeClr val="dk1">
                <a:alpha val="6666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7839079" y="1647444"/>
            <a:ext cx="352425" cy="352425"/>
          </a:xfrm>
          <a:custGeom>
            <a:rect b="b" l="l" r="r" t="t"/>
            <a:pathLst>
              <a:path extrusionOk="0" h="352425" w="352425">
                <a:moveTo>
                  <a:pt x="179832" y="352520"/>
                </a:moveTo>
                <a:cubicBezTo>
                  <a:pt x="84582" y="352520"/>
                  <a:pt x="7144" y="275082"/>
                  <a:pt x="7144" y="179832"/>
                </a:cubicBezTo>
                <a:cubicBezTo>
                  <a:pt x="7144" y="84582"/>
                  <a:pt x="84582" y="7144"/>
                  <a:pt x="179832" y="7144"/>
                </a:cubicBezTo>
                <a:cubicBezTo>
                  <a:pt x="275082" y="7144"/>
                  <a:pt x="352520" y="84582"/>
                  <a:pt x="352520" y="179832"/>
                </a:cubicBezTo>
                <a:cubicBezTo>
                  <a:pt x="352520" y="275082"/>
                  <a:pt x="275082" y="352520"/>
                  <a:pt x="179832" y="352520"/>
                </a:cubicBezTo>
                <a:close/>
                <a:moveTo>
                  <a:pt x="179832" y="87630"/>
                </a:moveTo>
                <a:cubicBezTo>
                  <a:pt x="128969" y="87630"/>
                  <a:pt x="87535" y="129064"/>
                  <a:pt x="87535" y="179927"/>
                </a:cubicBezTo>
                <a:cubicBezTo>
                  <a:pt x="87535" y="230791"/>
                  <a:pt x="128969" y="272225"/>
                  <a:pt x="179832" y="272225"/>
                </a:cubicBezTo>
                <a:cubicBezTo>
                  <a:pt x="230696" y="272225"/>
                  <a:pt x="272129" y="230791"/>
                  <a:pt x="272129" y="179927"/>
                </a:cubicBezTo>
                <a:cubicBezTo>
                  <a:pt x="272129" y="128969"/>
                  <a:pt x="230696" y="87630"/>
                  <a:pt x="179832" y="8763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rotWithShape="0" algn="tl" dir="2700000" dist="38100">
              <a:schemeClr val="dk1">
                <a:alpha val="6666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3936543" y="1288320"/>
            <a:ext cx="381000" cy="381000"/>
          </a:xfrm>
          <a:custGeom>
            <a:rect b="b" l="l" r="r" t="t"/>
            <a:pathLst>
              <a:path extrusionOk="0" h="381000" w="381000">
                <a:moveTo>
                  <a:pt x="235217" y="371221"/>
                </a:moveTo>
                <a:lnTo>
                  <a:pt x="18904" y="154908"/>
                </a:lnTo>
                <a:cubicBezTo>
                  <a:pt x="8712" y="144716"/>
                  <a:pt x="4807" y="129952"/>
                  <a:pt x="8522" y="116046"/>
                </a:cubicBezTo>
                <a:cubicBezTo>
                  <a:pt x="12237" y="102139"/>
                  <a:pt x="23095" y="91376"/>
                  <a:pt x="36906" y="87661"/>
                </a:cubicBezTo>
                <a:lnTo>
                  <a:pt x="332372" y="8509"/>
                </a:lnTo>
                <a:cubicBezTo>
                  <a:pt x="346278" y="4794"/>
                  <a:pt x="361042" y="8794"/>
                  <a:pt x="371234" y="18891"/>
                </a:cubicBezTo>
                <a:lnTo>
                  <a:pt x="371234" y="18891"/>
                </a:lnTo>
                <a:cubicBezTo>
                  <a:pt x="381426" y="29083"/>
                  <a:pt x="385331" y="43846"/>
                  <a:pt x="381616" y="57753"/>
                </a:cubicBezTo>
                <a:lnTo>
                  <a:pt x="302463" y="353218"/>
                </a:lnTo>
                <a:cubicBezTo>
                  <a:pt x="298749" y="367125"/>
                  <a:pt x="287890" y="377888"/>
                  <a:pt x="274079" y="381603"/>
                </a:cubicBezTo>
                <a:cubicBezTo>
                  <a:pt x="260172" y="385318"/>
                  <a:pt x="245409" y="381317"/>
                  <a:pt x="235217" y="371221"/>
                </a:cubicBezTo>
                <a:close/>
                <a:moveTo>
                  <a:pt x="125013" y="147288"/>
                </a:moveTo>
                <a:lnTo>
                  <a:pt x="242837" y="265112"/>
                </a:lnTo>
                <a:lnTo>
                  <a:pt x="285985" y="104140"/>
                </a:lnTo>
                <a:lnTo>
                  <a:pt x="125013" y="147288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rotWithShape="0" algn="tl" dir="2700000" dist="38100">
              <a:schemeClr val="dk1">
                <a:alpha val="6666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11570932" y="6194399"/>
            <a:ext cx="381000" cy="381000"/>
          </a:xfrm>
          <a:custGeom>
            <a:rect b="b" l="l" r="r" t="t"/>
            <a:pathLst>
              <a:path extrusionOk="0" h="381000" w="381000">
                <a:moveTo>
                  <a:pt x="154921" y="18891"/>
                </a:moveTo>
                <a:lnTo>
                  <a:pt x="371234" y="235204"/>
                </a:lnTo>
                <a:cubicBezTo>
                  <a:pt x="381426" y="245395"/>
                  <a:pt x="385331" y="260159"/>
                  <a:pt x="381616" y="274066"/>
                </a:cubicBezTo>
                <a:cubicBezTo>
                  <a:pt x="377901" y="287972"/>
                  <a:pt x="367043" y="298736"/>
                  <a:pt x="353232" y="302450"/>
                </a:cubicBezTo>
                <a:lnTo>
                  <a:pt x="57766" y="381603"/>
                </a:lnTo>
                <a:cubicBezTo>
                  <a:pt x="43860" y="385318"/>
                  <a:pt x="29096" y="381317"/>
                  <a:pt x="18904" y="371221"/>
                </a:cubicBezTo>
                <a:lnTo>
                  <a:pt x="18904" y="371221"/>
                </a:lnTo>
                <a:cubicBezTo>
                  <a:pt x="8712" y="361029"/>
                  <a:pt x="4807" y="346265"/>
                  <a:pt x="8522" y="332359"/>
                </a:cubicBezTo>
                <a:lnTo>
                  <a:pt x="87675" y="36893"/>
                </a:lnTo>
                <a:cubicBezTo>
                  <a:pt x="91389" y="22987"/>
                  <a:pt x="102248" y="12223"/>
                  <a:pt x="116059" y="8509"/>
                </a:cubicBezTo>
                <a:cubicBezTo>
                  <a:pt x="129966" y="4794"/>
                  <a:pt x="144729" y="8794"/>
                  <a:pt x="154921" y="18891"/>
                </a:cubicBezTo>
                <a:close/>
                <a:moveTo>
                  <a:pt x="265126" y="242824"/>
                </a:moveTo>
                <a:lnTo>
                  <a:pt x="147301" y="124999"/>
                </a:lnTo>
                <a:lnTo>
                  <a:pt x="104153" y="285972"/>
                </a:lnTo>
                <a:lnTo>
                  <a:pt x="265126" y="2428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rotWithShape="0" algn="tl" dir="2700000" dist="38100">
              <a:schemeClr val="dk1">
                <a:alpha val="6666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6985417" y="3017007"/>
            <a:ext cx="95250" cy="95250"/>
          </a:xfrm>
          <a:custGeom>
            <a:rect b="b" l="l" r="r" t="t"/>
            <a:pathLst>
              <a:path extrusionOk="0" h="95250" w="95250">
                <a:moveTo>
                  <a:pt x="88868" y="48006"/>
                </a:moveTo>
                <a:cubicBezTo>
                  <a:pt x="88868" y="70580"/>
                  <a:pt x="70580" y="88868"/>
                  <a:pt x="48006" y="88868"/>
                </a:cubicBezTo>
                <a:cubicBezTo>
                  <a:pt x="25432" y="88868"/>
                  <a:pt x="7144" y="70580"/>
                  <a:pt x="7144" y="48006"/>
                </a:cubicBezTo>
                <a:cubicBezTo>
                  <a:pt x="7144" y="25432"/>
                  <a:pt x="25432" y="7144"/>
                  <a:pt x="48006" y="7144"/>
                </a:cubicBezTo>
                <a:cubicBezTo>
                  <a:pt x="70580" y="7144"/>
                  <a:pt x="88868" y="25432"/>
                  <a:pt x="88868" y="4800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rotWithShape="0" algn="tl" dir="2700000" dist="38100">
              <a:schemeClr val="dk1">
                <a:alpha val="6666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4250460" y="5247799"/>
            <a:ext cx="314325" cy="314325"/>
          </a:xfrm>
          <a:custGeom>
            <a:rect b="b" l="l" r="r" t="t"/>
            <a:pathLst>
              <a:path extrusionOk="0" h="314325" w="314325">
                <a:moveTo>
                  <a:pt x="275725" y="7144"/>
                </a:moveTo>
                <a:cubicBezTo>
                  <a:pt x="286012" y="7144"/>
                  <a:pt x="296299" y="11049"/>
                  <a:pt x="304109" y="18955"/>
                </a:cubicBezTo>
                <a:cubicBezTo>
                  <a:pt x="319826" y="34671"/>
                  <a:pt x="319826" y="60103"/>
                  <a:pt x="304109" y="75819"/>
                </a:cubicBezTo>
                <a:lnTo>
                  <a:pt x="75795" y="304133"/>
                </a:lnTo>
                <a:cubicBezTo>
                  <a:pt x="60079" y="319849"/>
                  <a:pt x="34647" y="319849"/>
                  <a:pt x="18931" y="304133"/>
                </a:cubicBezTo>
                <a:cubicBezTo>
                  <a:pt x="3215" y="288417"/>
                  <a:pt x="3215" y="262985"/>
                  <a:pt x="18931" y="247269"/>
                </a:cubicBezTo>
                <a:lnTo>
                  <a:pt x="247340" y="18859"/>
                </a:lnTo>
                <a:cubicBezTo>
                  <a:pt x="255151" y="11049"/>
                  <a:pt x="265438" y="7144"/>
                  <a:pt x="275725" y="7144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rotWithShape="0" algn="tl" dir="2700000" dist="38100">
              <a:schemeClr val="dk1">
                <a:alpha val="6666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4250460" y="5247799"/>
            <a:ext cx="314325" cy="314325"/>
          </a:xfrm>
          <a:custGeom>
            <a:rect b="b" l="l" r="r" t="t"/>
            <a:pathLst>
              <a:path extrusionOk="0" h="314325" w="314325">
                <a:moveTo>
                  <a:pt x="47315" y="7144"/>
                </a:moveTo>
                <a:cubicBezTo>
                  <a:pt x="57602" y="7144"/>
                  <a:pt x="67889" y="11049"/>
                  <a:pt x="75700" y="18955"/>
                </a:cubicBezTo>
                <a:lnTo>
                  <a:pt x="304109" y="247364"/>
                </a:lnTo>
                <a:cubicBezTo>
                  <a:pt x="319826" y="263080"/>
                  <a:pt x="319826" y="288512"/>
                  <a:pt x="304109" y="304229"/>
                </a:cubicBezTo>
                <a:cubicBezTo>
                  <a:pt x="288393" y="319945"/>
                  <a:pt x="262961" y="319945"/>
                  <a:pt x="247245" y="304229"/>
                </a:cubicBezTo>
                <a:lnTo>
                  <a:pt x="18931" y="75724"/>
                </a:lnTo>
                <a:cubicBezTo>
                  <a:pt x="3215" y="60007"/>
                  <a:pt x="3215" y="34576"/>
                  <a:pt x="18931" y="18859"/>
                </a:cubicBezTo>
                <a:cubicBezTo>
                  <a:pt x="26741" y="11049"/>
                  <a:pt x="37028" y="7144"/>
                  <a:pt x="47315" y="7144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rotWithShape="0" algn="tl" dir="2700000" dist="38100">
              <a:schemeClr val="dk1">
                <a:alpha val="6666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3802856" y="4734306"/>
            <a:ext cx="95250" cy="95250"/>
          </a:xfrm>
          <a:custGeom>
            <a:rect b="b" l="l" r="r" t="t"/>
            <a:pathLst>
              <a:path extrusionOk="0" h="95250" w="95250">
                <a:moveTo>
                  <a:pt x="7144" y="48006"/>
                </a:moveTo>
                <a:cubicBezTo>
                  <a:pt x="7144" y="25432"/>
                  <a:pt x="25432" y="7144"/>
                  <a:pt x="48006" y="7144"/>
                </a:cubicBezTo>
                <a:cubicBezTo>
                  <a:pt x="70580" y="7144"/>
                  <a:pt x="88868" y="25432"/>
                  <a:pt x="88868" y="48006"/>
                </a:cubicBezTo>
                <a:cubicBezTo>
                  <a:pt x="88868" y="70580"/>
                  <a:pt x="70580" y="88868"/>
                  <a:pt x="48006" y="88868"/>
                </a:cubicBezTo>
                <a:cubicBezTo>
                  <a:pt x="25432" y="88868"/>
                  <a:pt x="7144" y="70580"/>
                  <a:pt x="7144" y="4800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rotWithShape="0" algn="tl" dir="2700000" dist="38100">
              <a:schemeClr val="dk1">
                <a:alpha val="6666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6588583" y="2199894"/>
            <a:ext cx="352425" cy="352425"/>
          </a:xfrm>
          <a:custGeom>
            <a:rect b="b" l="l" r="r" t="t"/>
            <a:pathLst>
              <a:path extrusionOk="0" h="352425" w="352425">
                <a:moveTo>
                  <a:pt x="179832" y="352520"/>
                </a:moveTo>
                <a:cubicBezTo>
                  <a:pt x="84582" y="352520"/>
                  <a:pt x="7144" y="275082"/>
                  <a:pt x="7144" y="179832"/>
                </a:cubicBezTo>
                <a:cubicBezTo>
                  <a:pt x="7144" y="84582"/>
                  <a:pt x="84582" y="7144"/>
                  <a:pt x="179832" y="7144"/>
                </a:cubicBezTo>
                <a:cubicBezTo>
                  <a:pt x="275082" y="7144"/>
                  <a:pt x="352520" y="84582"/>
                  <a:pt x="352520" y="179832"/>
                </a:cubicBezTo>
                <a:cubicBezTo>
                  <a:pt x="352520" y="275082"/>
                  <a:pt x="275082" y="352520"/>
                  <a:pt x="179832" y="352520"/>
                </a:cubicBezTo>
                <a:close/>
                <a:moveTo>
                  <a:pt x="179832" y="87630"/>
                </a:moveTo>
                <a:cubicBezTo>
                  <a:pt x="128969" y="87630"/>
                  <a:pt x="87535" y="129064"/>
                  <a:pt x="87535" y="179927"/>
                </a:cubicBezTo>
                <a:cubicBezTo>
                  <a:pt x="87535" y="230791"/>
                  <a:pt x="128969" y="272225"/>
                  <a:pt x="179832" y="272225"/>
                </a:cubicBezTo>
                <a:cubicBezTo>
                  <a:pt x="230696" y="272225"/>
                  <a:pt x="272129" y="230791"/>
                  <a:pt x="272129" y="179927"/>
                </a:cubicBezTo>
                <a:cubicBezTo>
                  <a:pt x="272129" y="128969"/>
                  <a:pt x="230696" y="87630"/>
                  <a:pt x="179832" y="8763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rotWithShape="0" algn="tl" dir="2700000" dist="38100">
              <a:schemeClr val="dk1">
                <a:alpha val="6666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grpSp>
        <p:nvGrpSpPr>
          <p:cNvPr id="68" name="Google Shape;68;p5"/>
          <p:cNvGrpSpPr/>
          <p:nvPr/>
        </p:nvGrpSpPr>
        <p:grpSpPr>
          <a:xfrm>
            <a:off x="388374" y="4734306"/>
            <a:ext cx="2498492" cy="1891008"/>
            <a:chOff x="388374" y="5588000"/>
            <a:chExt cx="1370550" cy="1037314"/>
          </a:xfrm>
        </p:grpSpPr>
        <p:pic>
          <p:nvPicPr>
            <p:cNvPr id="69" name="Google Shape;69;p5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388374" y="5820794"/>
              <a:ext cx="316278" cy="18072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0" name="Google Shape;70;p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55793" y="6218671"/>
              <a:ext cx="406643" cy="4066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1" name="Google Shape;7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657264" y="5588000"/>
              <a:ext cx="101660" cy="1016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2" name="Google Shape;72;p5"/>
          <p:cNvSpPr/>
          <p:nvPr/>
        </p:nvSpPr>
        <p:spPr>
          <a:xfrm rot="7464538">
            <a:off x="11363040" y="36635"/>
            <a:ext cx="644289" cy="644289"/>
          </a:xfrm>
          <a:custGeom>
            <a:rect b="b" l="l" r="r" t="t"/>
            <a:pathLst>
              <a:path extrusionOk="0" h="381000" w="381000">
                <a:moveTo>
                  <a:pt x="235217" y="371221"/>
                </a:moveTo>
                <a:lnTo>
                  <a:pt x="18904" y="154908"/>
                </a:lnTo>
                <a:cubicBezTo>
                  <a:pt x="8712" y="144716"/>
                  <a:pt x="4807" y="129952"/>
                  <a:pt x="8522" y="116046"/>
                </a:cubicBezTo>
                <a:cubicBezTo>
                  <a:pt x="12237" y="102139"/>
                  <a:pt x="23095" y="91376"/>
                  <a:pt x="36906" y="87661"/>
                </a:cubicBezTo>
                <a:lnTo>
                  <a:pt x="332372" y="8509"/>
                </a:lnTo>
                <a:cubicBezTo>
                  <a:pt x="346278" y="4794"/>
                  <a:pt x="361042" y="8794"/>
                  <a:pt x="371234" y="18891"/>
                </a:cubicBezTo>
                <a:lnTo>
                  <a:pt x="371234" y="18891"/>
                </a:lnTo>
                <a:cubicBezTo>
                  <a:pt x="381426" y="29083"/>
                  <a:pt x="385331" y="43846"/>
                  <a:pt x="381616" y="57753"/>
                </a:cubicBezTo>
                <a:lnTo>
                  <a:pt x="302463" y="353218"/>
                </a:lnTo>
                <a:cubicBezTo>
                  <a:pt x="298749" y="367125"/>
                  <a:pt x="287890" y="377888"/>
                  <a:pt x="274079" y="381603"/>
                </a:cubicBezTo>
                <a:cubicBezTo>
                  <a:pt x="260172" y="385318"/>
                  <a:pt x="245409" y="381317"/>
                  <a:pt x="235217" y="371221"/>
                </a:cubicBezTo>
                <a:close/>
                <a:moveTo>
                  <a:pt x="125013" y="147288"/>
                </a:moveTo>
                <a:lnTo>
                  <a:pt x="242837" y="265112"/>
                </a:lnTo>
                <a:lnTo>
                  <a:pt x="285985" y="104140"/>
                </a:lnTo>
                <a:lnTo>
                  <a:pt x="125013" y="147288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rotWithShape="0" algn="tl" dir="2700000" dist="38100">
              <a:schemeClr val="dk1">
                <a:alpha val="6666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pic>
        <p:nvPicPr>
          <p:cNvPr id="73" name="Google Shape;73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7464538">
            <a:off x="10951262" y="1091243"/>
            <a:ext cx="322057" cy="322057"/>
          </a:xfrm>
          <a:prstGeom prst="rect">
            <a:avLst/>
          </a:prstGeom>
          <a:noFill/>
          <a:ln>
            <a:noFill/>
          </a:ln>
          <a:effectLst>
            <a:outerShdw rotWithShape="0" algn="tl" dir="2700000" dist="38100">
              <a:schemeClr val="dk1">
                <a:alpha val="6666"/>
              </a:schemeClr>
            </a:outerShdw>
          </a:effectLst>
        </p:spPr>
      </p:pic>
      <p:pic>
        <p:nvPicPr>
          <p:cNvPr id="74" name="Google Shape;74;p5">
            <a:hlinkClick r:id="rId6"/>
          </p:cNvPr>
          <p:cNvPicPr preferRelativeResize="0"/>
          <p:nvPr/>
        </p:nvPicPr>
        <p:blipFill rotWithShape="1">
          <a:blip r:embed="rId7">
            <a:alphaModFix/>
          </a:blip>
          <a:srcRect b="0" l="29909" r="0" t="0"/>
          <a:stretch/>
        </p:blipFill>
        <p:spPr>
          <a:xfrm>
            <a:off x="5771192" y="6908968"/>
            <a:ext cx="2239204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5">
            <a:hlinkClick r:id="rId8"/>
          </p:cNvPr>
          <p:cNvSpPr txBox="1"/>
          <p:nvPr/>
        </p:nvSpPr>
        <p:spPr>
          <a:xfrm>
            <a:off x="4181605" y="6964689"/>
            <a:ext cx="2690631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9"/>
              </a:rPr>
              <a:t>Presentation template by</a:t>
            </a:r>
            <a:endParaRPr sz="1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PTMON custom">
  <p:cSld name="PPTMON custom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29909" r="0" t="0"/>
          <a:stretch/>
        </p:blipFill>
        <p:spPr>
          <a:xfrm>
            <a:off x="5771192" y="6908968"/>
            <a:ext cx="2239204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6">
            <a:hlinkClick r:id="rId4"/>
          </p:cNvPr>
          <p:cNvSpPr txBox="1"/>
          <p:nvPr/>
        </p:nvSpPr>
        <p:spPr>
          <a:xfrm>
            <a:off x="4181605" y="6964689"/>
            <a:ext cx="2690631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Presentation template by</a:t>
            </a:r>
            <a:endParaRPr sz="1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PPTMON slide">
  <p:cSld name="3_PPTMON slide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29909" r="0" t="0"/>
          <a:stretch/>
        </p:blipFill>
        <p:spPr>
          <a:xfrm>
            <a:off x="5771192" y="6908968"/>
            <a:ext cx="2239204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7">
            <a:hlinkClick r:id="rId4"/>
          </p:cNvPr>
          <p:cNvSpPr txBox="1"/>
          <p:nvPr/>
        </p:nvSpPr>
        <p:spPr>
          <a:xfrm>
            <a:off x="4181605" y="6964689"/>
            <a:ext cx="2690631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Presentation template by</a:t>
            </a:r>
            <a:endParaRPr sz="1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7"/>
          <p:cNvSpPr/>
          <p:nvPr/>
        </p:nvSpPr>
        <p:spPr>
          <a:xfrm>
            <a:off x="294550" y="142808"/>
            <a:ext cx="11610143" cy="6485444"/>
          </a:xfrm>
          <a:custGeom>
            <a:rect b="b" l="l" r="r" t="t"/>
            <a:pathLst>
              <a:path extrusionOk="0" h="6485444" w="11610143">
                <a:moveTo>
                  <a:pt x="666034" y="6171198"/>
                </a:moveTo>
                <a:cubicBezTo>
                  <a:pt x="605715" y="6171198"/>
                  <a:pt x="556579" y="6220335"/>
                  <a:pt x="556579" y="6280654"/>
                </a:cubicBezTo>
                <a:cubicBezTo>
                  <a:pt x="556579" y="6340972"/>
                  <a:pt x="605715" y="6390108"/>
                  <a:pt x="666034" y="6390108"/>
                </a:cubicBezTo>
                <a:cubicBezTo>
                  <a:pt x="726352" y="6390108"/>
                  <a:pt x="775489" y="6340972"/>
                  <a:pt x="775489" y="6280654"/>
                </a:cubicBezTo>
                <a:cubicBezTo>
                  <a:pt x="775375" y="6220335"/>
                  <a:pt x="726352" y="6171198"/>
                  <a:pt x="666034" y="6171198"/>
                </a:cubicBezTo>
                <a:close/>
                <a:moveTo>
                  <a:pt x="666034" y="6075863"/>
                </a:moveTo>
                <a:cubicBezTo>
                  <a:pt x="778991" y="6075863"/>
                  <a:pt x="870825" y="6167696"/>
                  <a:pt x="870825" y="6280654"/>
                </a:cubicBezTo>
                <a:cubicBezTo>
                  <a:pt x="870825" y="6393610"/>
                  <a:pt x="778878" y="6485444"/>
                  <a:pt x="666034" y="6485444"/>
                </a:cubicBezTo>
                <a:cubicBezTo>
                  <a:pt x="553077" y="6485444"/>
                  <a:pt x="461244" y="6393497"/>
                  <a:pt x="461244" y="6280654"/>
                </a:cubicBezTo>
                <a:cubicBezTo>
                  <a:pt x="461244" y="6167809"/>
                  <a:pt x="553077" y="6075863"/>
                  <a:pt x="666034" y="6075863"/>
                </a:cubicBezTo>
                <a:close/>
                <a:moveTo>
                  <a:pt x="7390422" y="6058390"/>
                </a:moveTo>
                <a:cubicBezTo>
                  <a:pt x="7400709" y="6058390"/>
                  <a:pt x="7410996" y="6062295"/>
                  <a:pt x="7418807" y="6070201"/>
                </a:cubicBezTo>
                <a:lnTo>
                  <a:pt x="7504579" y="6155973"/>
                </a:lnTo>
                <a:lnTo>
                  <a:pt x="7590447" y="6070105"/>
                </a:lnTo>
                <a:cubicBezTo>
                  <a:pt x="7598258" y="6062295"/>
                  <a:pt x="7608545" y="6058390"/>
                  <a:pt x="7618832" y="6058390"/>
                </a:cubicBezTo>
                <a:cubicBezTo>
                  <a:pt x="7629119" y="6058390"/>
                  <a:pt x="7639406" y="6062295"/>
                  <a:pt x="7647216" y="6070201"/>
                </a:cubicBezTo>
                <a:cubicBezTo>
                  <a:pt x="7662933" y="6085917"/>
                  <a:pt x="7662933" y="6111349"/>
                  <a:pt x="7647216" y="6127065"/>
                </a:cubicBezTo>
                <a:lnTo>
                  <a:pt x="7561444" y="6212838"/>
                </a:lnTo>
                <a:lnTo>
                  <a:pt x="7647216" y="6298610"/>
                </a:lnTo>
                <a:cubicBezTo>
                  <a:pt x="7662933" y="6314326"/>
                  <a:pt x="7662933" y="6339758"/>
                  <a:pt x="7647216" y="6355475"/>
                </a:cubicBezTo>
                <a:cubicBezTo>
                  <a:pt x="7631500" y="6371191"/>
                  <a:pt x="7606068" y="6371191"/>
                  <a:pt x="7590352" y="6355475"/>
                </a:cubicBezTo>
                <a:lnTo>
                  <a:pt x="7504615" y="6269666"/>
                </a:lnTo>
                <a:lnTo>
                  <a:pt x="7418902" y="6355379"/>
                </a:lnTo>
                <a:cubicBezTo>
                  <a:pt x="7403186" y="6371095"/>
                  <a:pt x="7377754" y="6371095"/>
                  <a:pt x="7362038" y="6355379"/>
                </a:cubicBezTo>
                <a:cubicBezTo>
                  <a:pt x="7346322" y="6339663"/>
                  <a:pt x="7346322" y="6314231"/>
                  <a:pt x="7362038" y="6298515"/>
                </a:cubicBezTo>
                <a:lnTo>
                  <a:pt x="7447775" y="6212778"/>
                </a:lnTo>
                <a:lnTo>
                  <a:pt x="7362038" y="6126970"/>
                </a:lnTo>
                <a:cubicBezTo>
                  <a:pt x="7346322" y="6111253"/>
                  <a:pt x="7346322" y="6085822"/>
                  <a:pt x="7362038" y="6070105"/>
                </a:cubicBezTo>
                <a:cubicBezTo>
                  <a:pt x="7369848" y="6062295"/>
                  <a:pt x="7380135" y="6058390"/>
                  <a:pt x="7390422" y="6058390"/>
                </a:cubicBezTo>
                <a:close/>
                <a:moveTo>
                  <a:pt x="6943509" y="5922270"/>
                </a:moveTo>
                <a:cubicBezTo>
                  <a:pt x="6966083" y="5922270"/>
                  <a:pt x="6984371" y="5940558"/>
                  <a:pt x="6984371" y="5963132"/>
                </a:cubicBezTo>
                <a:cubicBezTo>
                  <a:pt x="6984371" y="5985706"/>
                  <a:pt x="6966083" y="6003994"/>
                  <a:pt x="6943509" y="6003994"/>
                </a:cubicBezTo>
                <a:cubicBezTo>
                  <a:pt x="6920935" y="6003994"/>
                  <a:pt x="6902647" y="5985706"/>
                  <a:pt x="6902647" y="5963132"/>
                </a:cubicBezTo>
                <a:cubicBezTo>
                  <a:pt x="6902647" y="5940558"/>
                  <a:pt x="6920935" y="5922270"/>
                  <a:pt x="6943509" y="5922270"/>
                </a:cubicBezTo>
                <a:close/>
                <a:moveTo>
                  <a:pt x="10983062" y="5818721"/>
                </a:moveTo>
                <a:lnTo>
                  <a:pt x="10939914" y="5979694"/>
                </a:lnTo>
                <a:lnTo>
                  <a:pt x="11100887" y="5936546"/>
                </a:lnTo>
                <a:close/>
                <a:moveTo>
                  <a:pt x="10951820" y="5702231"/>
                </a:moveTo>
                <a:cubicBezTo>
                  <a:pt x="10965727" y="5698516"/>
                  <a:pt x="10980490" y="5702516"/>
                  <a:pt x="10990682" y="5712613"/>
                </a:cubicBezTo>
                <a:lnTo>
                  <a:pt x="11206995" y="5928926"/>
                </a:lnTo>
                <a:cubicBezTo>
                  <a:pt x="11217187" y="5939117"/>
                  <a:pt x="11221092" y="5953881"/>
                  <a:pt x="11217377" y="5967788"/>
                </a:cubicBezTo>
                <a:cubicBezTo>
                  <a:pt x="11213662" y="5981694"/>
                  <a:pt x="11202804" y="5992458"/>
                  <a:pt x="11188993" y="5996172"/>
                </a:cubicBezTo>
                <a:lnTo>
                  <a:pt x="10893527" y="6075325"/>
                </a:lnTo>
                <a:cubicBezTo>
                  <a:pt x="10879621" y="6079040"/>
                  <a:pt x="10864857" y="6075039"/>
                  <a:pt x="10854665" y="6064943"/>
                </a:cubicBezTo>
                <a:cubicBezTo>
                  <a:pt x="10844473" y="6054751"/>
                  <a:pt x="10840568" y="6039987"/>
                  <a:pt x="10844283" y="6026081"/>
                </a:cubicBezTo>
                <a:lnTo>
                  <a:pt x="10923436" y="5730615"/>
                </a:lnTo>
                <a:cubicBezTo>
                  <a:pt x="10927150" y="5716709"/>
                  <a:pt x="10938009" y="5705945"/>
                  <a:pt x="10951820" y="5702231"/>
                </a:cubicBezTo>
                <a:close/>
                <a:moveTo>
                  <a:pt x="118491" y="5680513"/>
                </a:moveTo>
                <a:cubicBezTo>
                  <a:pt x="127655" y="5676998"/>
                  <a:pt x="138160" y="5676970"/>
                  <a:pt x="147818" y="5681262"/>
                </a:cubicBezTo>
                <a:lnTo>
                  <a:pt x="382654" y="5786085"/>
                </a:lnTo>
                <a:cubicBezTo>
                  <a:pt x="401970" y="5794670"/>
                  <a:pt x="410667" y="5817374"/>
                  <a:pt x="402083" y="5836802"/>
                </a:cubicBezTo>
                <a:cubicBezTo>
                  <a:pt x="395644" y="5851035"/>
                  <a:pt x="381638" y="5859506"/>
                  <a:pt x="366953" y="5859506"/>
                </a:cubicBezTo>
                <a:cubicBezTo>
                  <a:pt x="361757" y="5859506"/>
                  <a:pt x="356448" y="5858377"/>
                  <a:pt x="351365" y="5856118"/>
                </a:cubicBezTo>
                <a:lnTo>
                  <a:pt x="116529" y="5751408"/>
                </a:lnTo>
                <a:cubicBezTo>
                  <a:pt x="97213" y="5742710"/>
                  <a:pt x="88516" y="5720006"/>
                  <a:pt x="97213" y="5700690"/>
                </a:cubicBezTo>
                <a:cubicBezTo>
                  <a:pt x="101505" y="5691032"/>
                  <a:pt x="109328" y="5684029"/>
                  <a:pt x="118491" y="5680513"/>
                </a:cubicBezTo>
                <a:close/>
                <a:moveTo>
                  <a:pt x="1411173" y="5445192"/>
                </a:moveTo>
                <a:cubicBezTo>
                  <a:pt x="1437943" y="5445192"/>
                  <a:pt x="1459518" y="5466880"/>
                  <a:pt x="1459518" y="5493651"/>
                </a:cubicBezTo>
                <a:cubicBezTo>
                  <a:pt x="1459518" y="5520421"/>
                  <a:pt x="1437830" y="5542109"/>
                  <a:pt x="1411060" y="5542109"/>
                </a:cubicBezTo>
                <a:cubicBezTo>
                  <a:pt x="1384289" y="5542109"/>
                  <a:pt x="1362714" y="5520421"/>
                  <a:pt x="1362714" y="5493651"/>
                </a:cubicBezTo>
                <a:cubicBezTo>
                  <a:pt x="1362714" y="5466880"/>
                  <a:pt x="1384402" y="5445192"/>
                  <a:pt x="1411173" y="5445192"/>
                </a:cubicBezTo>
                <a:close/>
                <a:moveTo>
                  <a:pt x="10153813" y="3744562"/>
                </a:moveTo>
                <a:cubicBezTo>
                  <a:pt x="10161540" y="3741597"/>
                  <a:pt x="10170398" y="3741574"/>
                  <a:pt x="10178542" y="3745193"/>
                </a:cubicBezTo>
                <a:lnTo>
                  <a:pt x="10376566" y="3833585"/>
                </a:lnTo>
                <a:cubicBezTo>
                  <a:pt x="10392854" y="3840824"/>
                  <a:pt x="10400188" y="3859969"/>
                  <a:pt x="10392949" y="3876352"/>
                </a:cubicBezTo>
                <a:cubicBezTo>
                  <a:pt x="10387520" y="3888353"/>
                  <a:pt x="10375709" y="3895497"/>
                  <a:pt x="10363327" y="3895497"/>
                </a:cubicBezTo>
                <a:cubicBezTo>
                  <a:pt x="10358945" y="3895497"/>
                  <a:pt x="10354468" y="3894545"/>
                  <a:pt x="10350182" y="3892640"/>
                </a:cubicBezTo>
                <a:lnTo>
                  <a:pt x="10152157" y="3804343"/>
                </a:lnTo>
                <a:cubicBezTo>
                  <a:pt x="10135870" y="3797009"/>
                  <a:pt x="10128535" y="3777863"/>
                  <a:pt x="10135870" y="3761576"/>
                </a:cubicBezTo>
                <a:cubicBezTo>
                  <a:pt x="10139489" y="3753432"/>
                  <a:pt x="10146085" y="3747527"/>
                  <a:pt x="10153813" y="3744562"/>
                </a:cubicBezTo>
                <a:close/>
                <a:moveTo>
                  <a:pt x="2063166" y="3619336"/>
                </a:moveTo>
                <a:cubicBezTo>
                  <a:pt x="2024885" y="3619336"/>
                  <a:pt x="1993700" y="3650520"/>
                  <a:pt x="1993700" y="3688802"/>
                </a:cubicBezTo>
                <a:cubicBezTo>
                  <a:pt x="1993700" y="3727084"/>
                  <a:pt x="2024885" y="3758269"/>
                  <a:pt x="2063166" y="3758269"/>
                </a:cubicBezTo>
                <a:cubicBezTo>
                  <a:pt x="2101448" y="3758269"/>
                  <a:pt x="2132632" y="3727084"/>
                  <a:pt x="2132632" y="3688802"/>
                </a:cubicBezTo>
                <a:cubicBezTo>
                  <a:pt x="2132632" y="3650449"/>
                  <a:pt x="2101448" y="3619336"/>
                  <a:pt x="2063166" y="3619336"/>
                </a:cubicBezTo>
                <a:close/>
                <a:moveTo>
                  <a:pt x="9732551" y="3590921"/>
                </a:moveTo>
                <a:cubicBezTo>
                  <a:pt x="9681688" y="3590921"/>
                  <a:pt x="9640254" y="3632355"/>
                  <a:pt x="9640254" y="3683218"/>
                </a:cubicBezTo>
                <a:cubicBezTo>
                  <a:pt x="9640254" y="3734082"/>
                  <a:pt x="9681688" y="3775516"/>
                  <a:pt x="9732551" y="3775516"/>
                </a:cubicBezTo>
                <a:cubicBezTo>
                  <a:pt x="9783415" y="3775516"/>
                  <a:pt x="9824848" y="3734082"/>
                  <a:pt x="9824848" y="3683218"/>
                </a:cubicBezTo>
                <a:cubicBezTo>
                  <a:pt x="9824848" y="3632260"/>
                  <a:pt x="9783415" y="3590921"/>
                  <a:pt x="9732551" y="3590921"/>
                </a:cubicBezTo>
                <a:close/>
                <a:moveTo>
                  <a:pt x="2063166" y="3558759"/>
                </a:moveTo>
                <a:cubicBezTo>
                  <a:pt x="2134854" y="3558759"/>
                  <a:pt x="2193138" y="3617042"/>
                  <a:pt x="2193138" y="3688730"/>
                </a:cubicBezTo>
                <a:cubicBezTo>
                  <a:pt x="2193138" y="3760419"/>
                  <a:pt x="2134854" y="3818702"/>
                  <a:pt x="2063166" y="3818702"/>
                </a:cubicBezTo>
                <a:cubicBezTo>
                  <a:pt x="1991477" y="3818702"/>
                  <a:pt x="1933194" y="3760419"/>
                  <a:pt x="1933194" y="3688730"/>
                </a:cubicBezTo>
                <a:cubicBezTo>
                  <a:pt x="1933194" y="3617042"/>
                  <a:pt x="1991477" y="3558759"/>
                  <a:pt x="2063166" y="3558759"/>
                </a:cubicBezTo>
                <a:close/>
                <a:moveTo>
                  <a:pt x="3181124" y="3525547"/>
                </a:moveTo>
                <a:cubicBezTo>
                  <a:pt x="3186939" y="3523315"/>
                  <a:pt x="3193607" y="3523298"/>
                  <a:pt x="3199736" y="3526022"/>
                </a:cubicBezTo>
                <a:lnTo>
                  <a:pt x="3348778" y="3592550"/>
                </a:lnTo>
                <a:cubicBezTo>
                  <a:pt x="3361036" y="3597998"/>
                  <a:pt x="3366556" y="3612408"/>
                  <a:pt x="3361108" y="3624738"/>
                </a:cubicBezTo>
                <a:cubicBezTo>
                  <a:pt x="3357022" y="3633771"/>
                  <a:pt x="3348132" y="3639147"/>
                  <a:pt x="3338813" y="3639147"/>
                </a:cubicBezTo>
                <a:cubicBezTo>
                  <a:pt x="3335515" y="3639147"/>
                  <a:pt x="3332146" y="3638431"/>
                  <a:pt x="3328920" y="3636997"/>
                </a:cubicBezTo>
                <a:lnTo>
                  <a:pt x="3179878" y="3570541"/>
                </a:lnTo>
                <a:cubicBezTo>
                  <a:pt x="3167620" y="3565021"/>
                  <a:pt x="3162099" y="3550611"/>
                  <a:pt x="3167620" y="3538352"/>
                </a:cubicBezTo>
                <a:cubicBezTo>
                  <a:pt x="3170344" y="3532223"/>
                  <a:pt x="3175309" y="3527778"/>
                  <a:pt x="3181124" y="3525547"/>
                </a:cubicBezTo>
                <a:close/>
                <a:moveTo>
                  <a:pt x="9732551" y="3510435"/>
                </a:moveTo>
                <a:cubicBezTo>
                  <a:pt x="9827801" y="3510435"/>
                  <a:pt x="9905239" y="3587873"/>
                  <a:pt x="9905239" y="3683123"/>
                </a:cubicBezTo>
                <a:cubicBezTo>
                  <a:pt x="9905239" y="3778373"/>
                  <a:pt x="9827801" y="3855811"/>
                  <a:pt x="9732551" y="3855811"/>
                </a:cubicBezTo>
                <a:cubicBezTo>
                  <a:pt x="9637301" y="3855811"/>
                  <a:pt x="9559863" y="3778373"/>
                  <a:pt x="9559863" y="3683123"/>
                </a:cubicBezTo>
                <a:cubicBezTo>
                  <a:pt x="9559863" y="3587873"/>
                  <a:pt x="9637301" y="3510435"/>
                  <a:pt x="9732551" y="3510435"/>
                </a:cubicBezTo>
                <a:close/>
                <a:moveTo>
                  <a:pt x="1734227" y="3438325"/>
                </a:moveTo>
                <a:cubicBezTo>
                  <a:pt x="1754376" y="3438325"/>
                  <a:pt x="1770613" y="3454648"/>
                  <a:pt x="1770613" y="3474796"/>
                </a:cubicBezTo>
                <a:cubicBezTo>
                  <a:pt x="1770613" y="3494945"/>
                  <a:pt x="1754291" y="3511267"/>
                  <a:pt x="1734142" y="3511267"/>
                </a:cubicBezTo>
                <a:cubicBezTo>
                  <a:pt x="1713994" y="3511267"/>
                  <a:pt x="1697756" y="3494945"/>
                  <a:pt x="1697756" y="3474796"/>
                </a:cubicBezTo>
                <a:cubicBezTo>
                  <a:pt x="1697756" y="3454648"/>
                  <a:pt x="1714079" y="3438325"/>
                  <a:pt x="1734227" y="3438325"/>
                </a:cubicBezTo>
                <a:close/>
                <a:moveTo>
                  <a:pt x="11264767" y="1082112"/>
                </a:moveTo>
                <a:cubicBezTo>
                  <a:pt x="11287341" y="1082112"/>
                  <a:pt x="11305629" y="1100401"/>
                  <a:pt x="11305629" y="1122975"/>
                </a:cubicBezTo>
                <a:cubicBezTo>
                  <a:pt x="11305629" y="1145549"/>
                  <a:pt x="11287341" y="1163837"/>
                  <a:pt x="11264767" y="1163837"/>
                </a:cubicBezTo>
                <a:cubicBezTo>
                  <a:pt x="11242193" y="1163837"/>
                  <a:pt x="11223905" y="1145549"/>
                  <a:pt x="11223905" y="1122975"/>
                </a:cubicBezTo>
                <a:cubicBezTo>
                  <a:pt x="11223905" y="1100401"/>
                  <a:pt x="11242193" y="1082112"/>
                  <a:pt x="11264767" y="1082112"/>
                </a:cubicBezTo>
                <a:close/>
                <a:moveTo>
                  <a:pt x="11437455" y="388120"/>
                </a:moveTo>
                <a:cubicBezTo>
                  <a:pt x="11386592" y="388120"/>
                  <a:pt x="11345158" y="429554"/>
                  <a:pt x="11345158" y="480417"/>
                </a:cubicBezTo>
                <a:cubicBezTo>
                  <a:pt x="11345158" y="531281"/>
                  <a:pt x="11386592" y="572715"/>
                  <a:pt x="11437455" y="572715"/>
                </a:cubicBezTo>
                <a:cubicBezTo>
                  <a:pt x="11488319" y="572715"/>
                  <a:pt x="11529752" y="531281"/>
                  <a:pt x="11529752" y="480417"/>
                </a:cubicBezTo>
                <a:cubicBezTo>
                  <a:pt x="11529752" y="429459"/>
                  <a:pt x="11488319" y="388120"/>
                  <a:pt x="11437455" y="388120"/>
                </a:cubicBezTo>
                <a:close/>
                <a:moveTo>
                  <a:pt x="6940757" y="336895"/>
                </a:moveTo>
                <a:cubicBezTo>
                  <a:pt x="6967527" y="336895"/>
                  <a:pt x="6989102" y="358582"/>
                  <a:pt x="6989102" y="385353"/>
                </a:cubicBezTo>
                <a:cubicBezTo>
                  <a:pt x="6989102" y="412124"/>
                  <a:pt x="6967414" y="433812"/>
                  <a:pt x="6940644" y="433812"/>
                </a:cubicBezTo>
                <a:cubicBezTo>
                  <a:pt x="6913873" y="433812"/>
                  <a:pt x="6892298" y="412124"/>
                  <a:pt x="6892298" y="385353"/>
                </a:cubicBezTo>
                <a:cubicBezTo>
                  <a:pt x="6892298" y="358582"/>
                  <a:pt x="6913986" y="336895"/>
                  <a:pt x="6940757" y="336895"/>
                </a:cubicBezTo>
                <a:close/>
                <a:moveTo>
                  <a:pt x="11437455" y="307634"/>
                </a:moveTo>
                <a:cubicBezTo>
                  <a:pt x="11532705" y="307634"/>
                  <a:pt x="11610143" y="385072"/>
                  <a:pt x="11610143" y="480322"/>
                </a:cubicBezTo>
                <a:cubicBezTo>
                  <a:pt x="11610143" y="575572"/>
                  <a:pt x="11532705" y="653010"/>
                  <a:pt x="11437455" y="653010"/>
                </a:cubicBezTo>
                <a:cubicBezTo>
                  <a:pt x="11342205" y="653010"/>
                  <a:pt x="11264767" y="575572"/>
                  <a:pt x="11264767" y="480322"/>
                </a:cubicBezTo>
                <a:cubicBezTo>
                  <a:pt x="11264767" y="385072"/>
                  <a:pt x="11342205" y="307634"/>
                  <a:pt x="11437455" y="307634"/>
                </a:cubicBezTo>
                <a:close/>
                <a:moveTo>
                  <a:pt x="278840" y="300742"/>
                </a:moveTo>
                <a:lnTo>
                  <a:pt x="117868" y="343890"/>
                </a:lnTo>
                <a:lnTo>
                  <a:pt x="235692" y="461714"/>
                </a:lnTo>
                <a:close/>
                <a:moveTo>
                  <a:pt x="755729" y="272824"/>
                </a:moveTo>
                <a:cubicBezTo>
                  <a:pt x="766016" y="272824"/>
                  <a:pt x="776303" y="276753"/>
                  <a:pt x="784161" y="284611"/>
                </a:cubicBezTo>
                <a:lnTo>
                  <a:pt x="869887" y="370336"/>
                </a:lnTo>
                <a:lnTo>
                  <a:pt x="955612" y="284611"/>
                </a:lnTo>
                <a:cubicBezTo>
                  <a:pt x="963470" y="276753"/>
                  <a:pt x="973757" y="272824"/>
                  <a:pt x="984044" y="272824"/>
                </a:cubicBezTo>
                <a:cubicBezTo>
                  <a:pt x="994331" y="272824"/>
                  <a:pt x="1004617" y="276753"/>
                  <a:pt x="1012476" y="284611"/>
                </a:cubicBezTo>
                <a:cubicBezTo>
                  <a:pt x="1028193" y="300327"/>
                  <a:pt x="1028193" y="325759"/>
                  <a:pt x="1012476" y="341475"/>
                </a:cubicBezTo>
                <a:lnTo>
                  <a:pt x="926733" y="427182"/>
                </a:lnTo>
                <a:lnTo>
                  <a:pt x="1012571" y="513020"/>
                </a:lnTo>
                <a:cubicBezTo>
                  <a:pt x="1028287" y="528737"/>
                  <a:pt x="1028287" y="554168"/>
                  <a:pt x="1012571" y="569885"/>
                </a:cubicBezTo>
                <a:cubicBezTo>
                  <a:pt x="1004665" y="577695"/>
                  <a:pt x="994378" y="581600"/>
                  <a:pt x="984092" y="581600"/>
                </a:cubicBezTo>
                <a:cubicBezTo>
                  <a:pt x="973804" y="581600"/>
                  <a:pt x="963517" y="577695"/>
                  <a:pt x="955706" y="569789"/>
                </a:cubicBezTo>
                <a:lnTo>
                  <a:pt x="869887" y="484005"/>
                </a:lnTo>
                <a:lnTo>
                  <a:pt x="784067" y="569789"/>
                </a:lnTo>
                <a:cubicBezTo>
                  <a:pt x="776256" y="577695"/>
                  <a:pt x="765969" y="581600"/>
                  <a:pt x="755682" y="581600"/>
                </a:cubicBezTo>
                <a:cubicBezTo>
                  <a:pt x="745395" y="581600"/>
                  <a:pt x="735108" y="577695"/>
                  <a:pt x="727298" y="569789"/>
                </a:cubicBezTo>
                <a:cubicBezTo>
                  <a:pt x="711582" y="554073"/>
                  <a:pt x="711582" y="528641"/>
                  <a:pt x="727298" y="512925"/>
                </a:cubicBezTo>
                <a:lnTo>
                  <a:pt x="813040" y="427183"/>
                </a:lnTo>
                <a:lnTo>
                  <a:pt x="727297" y="341475"/>
                </a:lnTo>
                <a:cubicBezTo>
                  <a:pt x="711581" y="325759"/>
                  <a:pt x="711581" y="300327"/>
                  <a:pt x="727297" y="284611"/>
                </a:cubicBezTo>
                <a:cubicBezTo>
                  <a:pt x="735155" y="276753"/>
                  <a:pt x="745442" y="272824"/>
                  <a:pt x="755729" y="272824"/>
                </a:cubicBezTo>
                <a:close/>
                <a:moveTo>
                  <a:pt x="5046248" y="263434"/>
                </a:moveTo>
                <a:cubicBezTo>
                  <a:pt x="5053975" y="260469"/>
                  <a:pt x="5062833" y="260445"/>
                  <a:pt x="5070977" y="264065"/>
                </a:cubicBezTo>
                <a:lnTo>
                  <a:pt x="5269001" y="352457"/>
                </a:lnTo>
                <a:cubicBezTo>
                  <a:pt x="5285289" y="359696"/>
                  <a:pt x="5292623" y="378841"/>
                  <a:pt x="5285384" y="395224"/>
                </a:cubicBezTo>
                <a:cubicBezTo>
                  <a:pt x="5279955" y="407225"/>
                  <a:pt x="5268144" y="414369"/>
                  <a:pt x="5255762" y="414369"/>
                </a:cubicBezTo>
                <a:cubicBezTo>
                  <a:pt x="5251380" y="414369"/>
                  <a:pt x="5246903" y="413417"/>
                  <a:pt x="5242617" y="411512"/>
                </a:cubicBezTo>
                <a:lnTo>
                  <a:pt x="5044592" y="323215"/>
                </a:lnTo>
                <a:cubicBezTo>
                  <a:pt x="5028305" y="315881"/>
                  <a:pt x="5020970" y="296735"/>
                  <a:pt x="5028305" y="280448"/>
                </a:cubicBezTo>
                <a:cubicBezTo>
                  <a:pt x="5031924" y="272304"/>
                  <a:pt x="5038521" y="266398"/>
                  <a:pt x="5046248" y="263434"/>
                </a:cubicBezTo>
                <a:close/>
                <a:moveTo>
                  <a:pt x="6243269" y="225064"/>
                </a:moveTo>
                <a:lnTo>
                  <a:pt x="6076842" y="233790"/>
                </a:lnTo>
                <a:lnTo>
                  <a:pt x="6167586" y="373543"/>
                </a:lnTo>
                <a:close/>
                <a:moveTo>
                  <a:pt x="325227" y="205111"/>
                </a:moveTo>
                <a:cubicBezTo>
                  <a:pt x="339133" y="201396"/>
                  <a:pt x="353897" y="205396"/>
                  <a:pt x="364089" y="215493"/>
                </a:cubicBezTo>
                <a:cubicBezTo>
                  <a:pt x="374281" y="225685"/>
                  <a:pt x="378186" y="240448"/>
                  <a:pt x="374471" y="254355"/>
                </a:cubicBezTo>
                <a:lnTo>
                  <a:pt x="295318" y="549820"/>
                </a:lnTo>
                <a:cubicBezTo>
                  <a:pt x="291604" y="563727"/>
                  <a:pt x="280745" y="574490"/>
                  <a:pt x="266934" y="578205"/>
                </a:cubicBezTo>
                <a:cubicBezTo>
                  <a:pt x="253027" y="581920"/>
                  <a:pt x="238264" y="577919"/>
                  <a:pt x="228072" y="567823"/>
                </a:cubicBezTo>
                <a:lnTo>
                  <a:pt x="11759" y="351510"/>
                </a:lnTo>
                <a:cubicBezTo>
                  <a:pt x="1567" y="341318"/>
                  <a:pt x="-2338" y="326554"/>
                  <a:pt x="1378" y="312648"/>
                </a:cubicBezTo>
                <a:cubicBezTo>
                  <a:pt x="5092" y="298741"/>
                  <a:pt x="15950" y="287978"/>
                  <a:pt x="29762" y="284263"/>
                </a:cubicBezTo>
                <a:close/>
                <a:moveTo>
                  <a:pt x="6308530" y="141171"/>
                </a:moveTo>
                <a:cubicBezTo>
                  <a:pt x="6322905" y="140429"/>
                  <a:pt x="6336514" y="147413"/>
                  <a:pt x="6344383" y="159408"/>
                </a:cubicBezTo>
                <a:cubicBezTo>
                  <a:pt x="6352233" y="171497"/>
                  <a:pt x="6352982" y="186751"/>
                  <a:pt x="6346456" y="199580"/>
                </a:cubicBezTo>
                <a:lnTo>
                  <a:pt x="6207584" y="472123"/>
                </a:lnTo>
                <a:cubicBezTo>
                  <a:pt x="6201059" y="484953"/>
                  <a:pt x="6188199" y="493223"/>
                  <a:pt x="6173917" y="493984"/>
                </a:cubicBezTo>
                <a:cubicBezTo>
                  <a:pt x="6159542" y="494725"/>
                  <a:pt x="6145933" y="487742"/>
                  <a:pt x="6138064" y="475746"/>
                </a:cubicBezTo>
                <a:lnTo>
                  <a:pt x="5971469" y="219175"/>
                </a:lnTo>
                <a:cubicBezTo>
                  <a:pt x="5963619" y="207087"/>
                  <a:pt x="5962870" y="191834"/>
                  <a:pt x="5969396" y="179004"/>
                </a:cubicBezTo>
                <a:cubicBezTo>
                  <a:pt x="5975922" y="166174"/>
                  <a:pt x="5988782" y="157904"/>
                  <a:pt x="6003063" y="157143"/>
                </a:cubicBezTo>
                <a:close/>
                <a:moveTo>
                  <a:pt x="10573776" y="0"/>
                </a:moveTo>
                <a:cubicBezTo>
                  <a:pt x="10584063" y="0"/>
                  <a:pt x="10594350" y="3929"/>
                  <a:pt x="10602208" y="11787"/>
                </a:cubicBezTo>
                <a:lnTo>
                  <a:pt x="10687981" y="97560"/>
                </a:lnTo>
                <a:lnTo>
                  <a:pt x="10773658" y="11883"/>
                </a:lnTo>
                <a:cubicBezTo>
                  <a:pt x="10781516" y="4025"/>
                  <a:pt x="10791803" y="96"/>
                  <a:pt x="10802090" y="96"/>
                </a:cubicBezTo>
                <a:cubicBezTo>
                  <a:pt x="10812377" y="96"/>
                  <a:pt x="10822664" y="4025"/>
                  <a:pt x="10830522" y="11883"/>
                </a:cubicBezTo>
                <a:cubicBezTo>
                  <a:pt x="10846239" y="27599"/>
                  <a:pt x="10846239" y="53031"/>
                  <a:pt x="10830522" y="68747"/>
                </a:cubicBezTo>
                <a:lnTo>
                  <a:pt x="10744846" y="154424"/>
                </a:lnTo>
                <a:lnTo>
                  <a:pt x="10830618" y="240196"/>
                </a:lnTo>
                <a:cubicBezTo>
                  <a:pt x="10846334" y="255913"/>
                  <a:pt x="10846334" y="281344"/>
                  <a:pt x="10830618" y="297061"/>
                </a:cubicBezTo>
                <a:cubicBezTo>
                  <a:pt x="10822712" y="304966"/>
                  <a:pt x="10812425" y="308872"/>
                  <a:pt x="10802138" y="308872"/>
                </a:cubicBezTo>
                <a:cubicBezTo>
                  <a:pt x="10791851" y="308872"/>
                  <a:pt x="10781564" y="304966"/>
                  <a:pt x="10773754" y="297061"/>
                </a:cubicBezTo>
                <a:lnTo>
                  <a:pt x="10687981" y="211289"/>
                </a:lnTo>
                <a:lnTo>
                  <a:pt x="10602113" y="297157"/>
                </a:lnTo>
                <a:cubicBezTo>
                  <a:pt x="10594303" y="304967"/>
                  <a:pt x="10584015" y="308872"/>
                  <a:pt x="10573729" y="308872"/>
                </a:cubicBezTo>
                <a:cubicBezTo>
                  <a:pt x="10563441" y="308872"/>
                  <a:pt x="10553154" y="304967"/>
                  <a:pt x="10545344" y="297061"/>
                </a:cubicBezTo>
                <a:cubicBezTo>
                  <a:pt x="10529628" y="281345"/>
                  <a:pt x="10529628" y="255913"/>
                  <a:pt x="10545344" y="240197"/>
                </a:cubicBezTo>
                <a:lnTo>
                  <a:pt x="10631117" y="154424"/>
                </a:lnTo>
                <a:lnTo>
                  <a:pt x="10545344" y="68651"/>
                </a:lnTo>
                <a:cubicBezTo>
                  <a:pt x="10529628" y="52935"/>
                  <a:pt x="10529628" y="27503"/>
                  <a:pt x="10545344" y="11787"/>
                </a:cubicBezTo>
                <a:cubicBezTo>
                  <a:pt x="10553202" y="3929"/>
                  <a:pt x="10563489" y="0"/>
                  <a:pt x="10573776" y="0"/>
                </a:cubicBezTo>
                <a:close/>
              </a:path>
            </a:pathLst>
          </a:custGeom>
          <a:solidFill>
            <a:srgbClr val="232020"/>
          </a:solidFill>
          <a:ln>
            <a:noFill/>
          </a:ln>
          <a:effectLst>
            <a:outerShdw rotWithShape="0" algn="tl" dir="2700000" dist="38100">
              <a:srgbClr val="FFDF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PPTMON slide">
  <p:cSld name="12_PPTMON slide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29909" r="0" t="0"/>
          <a:stretch/>
        </p:blipFill>
        <p:spPr>
          <a:xfrm>
            <a:off x="5771192" y="6908968"/>
            <a:ext cx="2239204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8">
            <a:hlinkClick r:id="rId4"/>
          </p:cNvPr>
          <p:cNvSpPr txBox="1"/>
          <p:nvPr/>
        </p:nvSpPr>
        <p:spPr>
          <a:xfrm>
            <a:off x="4181605" y="6964689"/>
            <a:ext cx="2690631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Presentation template by</a:t>
            </a:r>
            <a:endParaRPr sz="1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8"/>
          <p:cNvSpPr/>
          <p:nvPr/>
        </p:nvSpPr>
        <p:spPr>
          <a:xfrm>
            <a:off x="294550" y="142808"/>
            <a:ext cx="11610143" cy="6485444"/>
          </a:xfrm>
          <a:custGeom>
            <a:rect b="b" l="l" r="r" t="t"/>
            <a:pathLst>
              <a:path extrusionOk="0" h="6485444" w="11610143">
                <a:moveTo>
                  <a:pt x="666034" y="6171198"/>
                </a:moveTo>
                <a:cubicBezTo>
                  <a:pt x="605715" y="6171198"/>
                  <a:pt x="556579" y="6220335"/>
                  <a:pt x="556579" y="6280654"/>
                </a:cubicBezTo>
                <a:cubicBezTo>
                  <a:pt x="556579" y="6340972"/>
                  <a:pt x="605715" y="6390108"/>
                  <a:pt x="666034" y="6390108"/>
                </a:cubicBezTo>
                <a:cubicBezTo>
                  <a:pt x="726352" y="6390108"/>
                  <a:pt x="775489" y="6340972"/>
                  <a:pt x="775489" y="6280654"/>
                </a:cubicBezTo>
                <a:cubicBezTo>
                  <a:pt x="775375" y="6220335"/>
                  <a:pt x="726352" y="6171198"/>
                  <a:pt x="666034" y="6171198"/>
                </a:cubicBezTo>
                <a:close/>
                <a:moveTo>
                  <a:pt x="666034" y="6075863"/>
                </a:moveTo>
                <a:cubicBezTo>
                  <a:pt x="778991" y="6075863"/>
                  <a:pt x="870825" y="6167696"/>
                  <a:pt x="870825" y="6280654"/>
                </a:cubicBezTo>
                <a:cubicBezTo>
                  <a:pt x="870825" y="6393610"/>
                  <a:pt x="778878" y="6485444"/>
                  <a:pt x="666034" y="6485444"/>
                </a:cubicBezTo>
                <a:cubicBezTo>
                  <a:pt x="553077" y="6485444"/>
                  <a:pt x="461244" y="6393497"/>
                  <a:pt x="461244" y="6280654"/>
                </a:cubicBezTo>
                <a:cubicBezTo>
                  <a:pt x="461244" y="6167809"/>
                  <a:pt x="553077" y="6075863"/>
                  <a:pt x="666034" y="6075863"/>
                </a:cubicBezTo>
                <a:close/>
                <a:moveTo>
                  <a:pt x="7390422" y="6058390"/>
                </a:moveTo>
                <a:cubicBezTo>
                  <a:pt x="7400709" y="6058390"/>
                  <a:pt x="7410996" y="6062295"/>
                  <a:pt x="7418807" y="6070201"/>
                </a:cubicBezTo>
                <a:lnTo>
                  <a:pt x="7504579" y="6155973"/>
                </a:lnTo>
                <a:lnTo>
                  <a:pt x="7590447" y="6070105"/>
                </a:lnTo>
                <a:cubicBezTo>
                  <a:pt x="7598258" y="6062295"/>
                  <a:pt x="7608545" y="6058390"/>
                  <a:pt x="7618832" y="6058390"/>
                </a:cubicBezTo>
                <a:cubicBezTo>
                  <a:pt x="7629119" y="6058390"/>
                  <a:pt x="7639406" y="6062295"/>
                  <a:pt x="7647216" y="6070201"/>
                </a:cubicBezTo>
                <a:cubicBezTo>
                  <a:pt x="7662933" y="6085917"/>
                  <a:pt x="7662933" y="6111349"/>
                  <a:pt x="7647216" y="6127065"/>
                </a:cubicBezTo>
                <a:lnTo>
                  <a:pt x="7561444" y="6212838"/>
                </a:lnTo>
                <a:lnTo>
                  <a:pt x="7647216" y="6298610"/>
                </a:lnTo>
                <a:cubicBezTo>
                  <a:pt x="7662933" y="6314326"/>
                  <a:pt x="7662933" y="6339758"/>
                  <a:pt x="7647216" y="6355475"/>
                </a:cubicBezTo>
                <a:cubicBezTo>
                  <a:pt x="7631500" y="6371191"/>
                  <a:pt x="7606068" y="6371191"/>
                  <a:pt x="7590352" y="6355475"/>
                </a:cubicBezTo>
                <a:lnTo>
                  <a:pt x="7504615" y="6269666"/>
                </a:lnTo>
                <a:lnTo>
                  <a:pt x="7418902" y="6355379"/>
                </a:lnTo>
                <a:cubicBezTo>
                  <a:pt x="7403186" y="6371095"/>
                  <a:pt x="7377754" y="6371095"/>
                  <a:pt x="7362038" y="6355379"/>
                </a:cubicBezTo>
                <a:cubicBezTo>
                  <a:pt x="7346322" y="6339663"/>
                  <a:pt x="7346322" y="6314231"/>
                  <a:pt x="7362038" y="6298515"/>
                </a:cubicBezTo>
                <a:lnTo>
                  <a:pt x="7447775" y="6212778"/>
                </a:lnTo>
                <a:lnTo>
                  <a:pt x="7362038" y="6126970"/>
                </a:lnTo>
                <a:cubicBezTo>
                  <a:pt x="7346322" y="6111253"/>
                  <a:pt x="7346322" y="6085822"/>
                  <a:pt x="7362038" y="6070105"/>
                </a:cubicBezTo>
                <a:cubicBezTo>
                  <a:pt x="7369848" y="6062295"/>
                  <a:pt x="7380135" y="6058390"/>
                  <a:pt x="7390422" y="6058390"/>
                </a:cubicBezTo>
                <a:close/>
                <a:moveTo>
                  <a:pt x="6943509" y="5922270"/>
                </a:moveTo>
                <a:cubicBezTo>
                  <a:pt x="6966083" y="5922270"/>
                  <a:pt x="6984371" y="5940558"/>
                  <a:pt x="6984371" y="5963132"/>
                </a:cubicBezTo>
                <a:cubicBezTo>
                  <a:pt x="6984371" y="5985706"/>
                  <a:pt x="6966083" y="6003994"/>
                  <a:pt x="6943509" y="6003994"/>
                </a:cubicBezTo>
                <a:cubicBezTo>
                  <a:pt x="6920935" y="6003994"/>
                  <a:pt x="6902647" y="5985706"/>
                  <a:pt x="6902647" y="5963132"/>
                </a:cubicBezTo>
                <a:cubicBezTo>
                  <a:pt x="6902647" y="5940558"/>
                  <a:pt x="6920935" y="5922270"/>
                  <a:pt x="6943509" y="5922270"/>
                </a:cubicBezTo>
                <a:close/>
                <a:moveTo>
                  <a:pt x="10983062" y="5818721"/>
                </a:moveTo>
                <a:lnTo>
                  <a:pt x="10939914" y="5979694"/>
                </a:lnTo>
                <a:lnTo>
                  <a:pt x="11100887" y="5936546"/>
                </a:lnTo>
                <a:close/>
                <a:moveTo>
                  <a:pt x="10951820" y="5702231"/>
                </a:moveTo>
                <a:cubicBezTo>
                  <a:pt x="10965727" y="5698516"/>
                  <a:pt x="10980490" y="5702516"/>
                  <a:pt x="10990682" y="5712613"/>
                </a:cubicBezTo>
                <a:lnTo>
                  <a:pt x="11206995" y="5928926"/>
                </a:lnTo>
                <a:cubicBezTo>
                  <a:pt x="11217187" y="5939117"/>
                  <a:pt x="11221092" y="5953881"/>
                  <a:pt x="11217377" y="5967788"/>
                </a:cubicBezTo>
                <a:cubicBezTo>
                  <a:pt x="11213662" y="5981694"/>
                  <a:pt x="11202804" y="5992458"/>
                  <a:pt x="11188993" y="5996172"/>
                </a:cubicBezTo>
                <a:lnTo>
                  <a:pt x="10893527" y="6075325"/>
                </a:lnTo>
                <a:cubicBezTo>
                  <a:pt x="10879621" y="6079040"/>
                  <a:pt x="10864857" y="6075039"/>
                  <a:pt x="10854665" y="6064943"/>
                </a:cubicBezTo>
                <a:cubicBezTo>
                  <a:pt x="10844473" y="6054751"/>
                  <a:pt x="10840568" y="6039987"/>
                  <a:pt x="10844283" y="6026081"/>
                </a:cubicBezTo>
                <a:lnTo>
                  <a:pt x="10923436" y="5730615"/>
                </a:lnTo>
                <a:cubicBezTo>
                  <a:pt x="10927150" y="5716709"/>
                  <a:pt x="10938009" y="5705945"/>
                  <a:pt x="10951820" y="5702231"/>
                </a:cubicBezTo>
                <a:close/>
                <a:moveTo>
                  <a:pt x="118491" y="5680513"/>
                </a:moveTo>
                <a:cubicBezTo>
                  <a:pt x="127655" y="5676998"/>
                  <a:pt x="138160" y="5676970"/>
                  <a:pt x="147818" y="5681262"/>
                </a:cubicBezTo>
                <a:lnTo>
                  <a:pt x="382654" y="5786085"/>
                </a:lnTo>
                <a:cubicBezTo>
                  <a:pt x="401970" y="5794670"/>
                  <a:pt x="410667" y="5817374"/>
                  <a:pt x="402083" y="5836802"/>
                </a:cubicBezTo>
                <a:cubicBezTo>
                  <a:pt x="395644" y="5851035"/>
                  <a:pt x="381638" y="5859506"/>
                  <a:pt x="366953" y="5859506"/>
                </a:cubicBezTo>
                <a:cubicBezTo>
                  <a:pt x="361757" y="5859506"/>
                  <a:pt x="356448" y="5858377"/>
                  <a:pt x="351365" y="5856118"/>
                </a:cubicBezTo>
                <a:lnTo>
                  <a:pt x="116529" y="5751408"/>
                </a:lnTo>
                <a:cubicBezTo>
                  <a:pt x="97213" y="5742710"/>
                  <a:pt x="88516" y="5720006"/>
                  <a:pt x="97213" y="5700690"/>
                </a:cubicBezTo>
                <a:cubicBezTo>
                  <a:pt x="101505" y="5691032"/>
                  <a:pt x="109328" y="5684029"/>
                  <a:pt x="118491" y="5680513"/>
                </a:cubicBezTo>
                <a:close/>
                <a:moveTo>
                  <a:pt x="1411173" y="5445192"/>
                </a:moveTo>
                <a:cubicBezTo>
                  <a:pt x="1437943" y="5445192"/>
                  <a:pt x="1459518" y="5466880"/>
                  <a:pt x="1459518" y="5493651"/>
                </a:cubicBezTo>
                <a:cubicBezTo>
                  <a:pt x="1459518" y="5520421"/>
                  <a:pt x="1437830" y="5542109"/>
                  <a:pt x="1411060" y="5542109"/>
                </a:cubicBezTo>
                <a:cubicBezTo>
                  <a:pt x="1384289" y="5542109"/>
                  <a:pt x="1362714" y="5520421"/>
                  <a:pt x="1362714" y="5493651"/>
                </a:cubicBezTo>
                <a:cubicBezTo>
                  <a:pt x="1362714" y="5466880"/>
                  <a:pt x="1384402" y="5445192"/>
                  <a:pt x="1411173" y="5445192"/>
                </a:cubicBezTo>
                <a:close/>
                <a:moveTo>
                  <a:pt x="10153813" y="3744562"/>
                </a:moveTo>
                <a:cubicBezTo>
                  <a:pt x="10161540" y="3741597"/>
                  <a:pt x="10170398" y="3741574"/>
                  <a:pt x="10178542" y="3745193"/>
                </a:cubicBezTo>
                <a:lnTo>
                  <a:pt x="10376566" y="3833585"/>
                </a:lnTo>
                <a:cubicBezTo>
                  <a:pt x="10392854" y="3840824"/>
                  <a:pt x="10400188" y="3859969"/>
                  <a:pt x="10392949" y="3876352"/>
                </a:cubicBezTo>
                <a:cubicBezTo>
                  <a:pt x="10387520" y="3888353"/>
                  <a:pt x="10375709" y="3895497"/>
                  <a:pt x="10363327" y="3895497"/>
                </a:cubicBezTo>
                <a:cubicBezTo>
                  <a:pt x="10358945" y="3895497"/>
                  <a:pt x="10354468" y="3894545"/>
                  <a:pt x="10350182" y="3892640"/>
                </a:cubicBezTo>
                <a:lnTo>
                  <a:pt x="10152157" y="3804343"/>
                </a:lnTo>
                <a:cubicBezTo>
                  <a:pt x="10135870" y="3797009"/>
                  <a:pt x="10128535" y="3777863"/>
                  <a:pt x="10135870" y="3761576"/>
                </a:cubicBezTo>
                <a:cubicBezTo>
                  <a:pt x="10139489" y="3753432"/>
                  <a:pt x="10146085" y="3747527"/>
                  <a:pt x="10153813" y="3744562"/>
                </a:cubicBezTo>
                <a:close/>
                <a:moveTo>
                  <a:pt x="2063166" y="3619336"/>
                </a:moveTo>
                <a:cubicBezTo>
                  <a:pt x="2024885" y="3619336"/>
                  <a:pt x="1993700" y="3650520"/>
                  <a:pt x="1993700" y="3688802"/>
                </a:cubicBezTo>
                <a:cubicBezTo>
                  <a:pt x="1993700" y="3727084"/>
                  <a:pt x="2024885" y="3758269"/>
                  <a:pt x="2063166" y="3758269"/>
                </a:cubicBezTo>
                <a:cubicBezTo>
                  <a:pt x="2101448" y="3758269"/>
                  <a:pt x="2132632" y="3727084"/>
                  <a:pt x="2132632" y="3688802"/>
                </a:cubicBezTo>
                <a:cubicBezTo>
                  <a:pt x="2132632" y="3650449"/>
                  <a:pt x="2101448" y="3619336"/>
                  <a:pt x="2063166" y="3619336"/>
                </a:cubicBezTo>
                <a:close/>
                <a:moveTo>
                  <a:pt x="9732551" y="3590921"/>
                </a:moveTo>
                <a:cubicBezTo>
                  <a:pt x="9681688" y="3590921"/>
                  <a:pt x="9640254" y="3632355"/>
                  <a:pt x="9640254" y="3683218"/>
                </a:cubicBezTo>
                <a:cubicBezTo>
                  <a:pt x="9640254" y="3734082"/>
                  <a:pt x="9681688" y="3775516"/>
                  <a:pt x="9732551" y="3775516"/>
                </a:cubicBezTo>
                <a:cubicBezTo>
                  <a:pt x="9783415" y="3775516"/>
                  <a:pt x="9824848" y="3734082"/>
                  <a:pt x="9824848" y="3683218"/>
                </a:cubicBezTo>
                <a:cubicBezTo>
                  <a:pt x="9824848" y="3632260"/>
                  <a:pt x="9783415" y="3590921"/>
                  <a:pt x="9732551" y="3590921"/>
                </a:cubicBezTo>
                <a:close/>
                <a:moveTo>
                  <a:pt x="2063166" y="3558759"/>
                </a:moveTo>
                <a:cubicBezTo>
                  <a:pt x="2134854" y="3558759"/>
                  <a:pt x="2193138" y="3617042"/>
                  <a:pt x="2193138" y="3688730"/>
                </a:cubicBezTo>
                <a:cubicBezTo>
                  <a:pt x="2193138" y="3760419"/>
                  <a:pt x="2134854" y="3818702"/>
                  <a:pt x="2063166" y="3818702"/>
                </a:cubicBezTo>
                <a:cubicBezTo>
                  <a:pt x="1991477" y="3818702"/>
                  <a:pt x="1933194" y="3760419"/>
                  <a:pt x="1933194" y="3688730"/>
                </a:cubicBezTo>
                <a:cubicBezTo>
                  <a:pt x="1933194" y="3617042"/>
                  <a:pt x="1991477" y="3558759"/>
                  <a:pt x="2063166" y="3558759"/>
                </a:cubicBezTo>
                <a:close/>
                <a:moveTo>
                  <a:pt x="3181124" y="3525547"/>
                </a:moveTo>
                <a:cubicBezTo>
                  <a:pt x="3186939" y="3523315"/>
                  <a:pt x="3193607" y="3523298"/>
                  <a:pt x="3199736" y="3526022"/>
                </a:cubicBezTo>
                <a:lnTo>
                  <a:pt x="3348778" y="3592550"/>
                </a:lnTo>
                <a:cubicBezTo>
                  <a:pt x="3361036" y="3597998"/>
                  <a:pt x="3366556" y="3612408"/>
                  <a:pt x="3361108" y="3624738"/>
                </a:cubicBezTo>
                <a:cubicBezTo>
                  <a:pt x="3357022" y="3633771"/>
                  <a:pt x="3348132" y="3639147"/>
                  <a:pt x="3338813" y="3639147"/>
                </a:cubicBezTo>
                <a:cubicBezTo>
                  <a:pt x="3335515" y="3639147"/>
                  <a:pt x="3332146" y="3638431"/>
                  <a:pt x="3328920" y="3636997"/>
                </a:cubicBezTo>
                <a:lnTo>
                  <a:pt x="3179878" y="3570541"/>
                </a:lnTo>
                <a:cubicBezTo>
                  <a:pt x="3167620" y="3565021"/>
                  <a:pt x="3162099" y="3550611"/>
                  <a:pt x="3167620" y="3538352"/>
                </a:cubicBezTo>
                <a:cubicBezTo>
                  <a:pt x="3170344" y="3532223"/>
                  <a:pt x="3175309" y="3527778"/>
                  <a:pt x="3181124" y="3525547"/>
                </a:cubicBezTo>
                <a:close/>
                <a:moveTo>
                  <a:pt x="9732551" y="3510435"/>
                </a:moveTo>
                <a:cubicBezTo>
                  <a:pt x="9827801" y="3510435"/>
                  <a:pt x="9905239" y="3587873"/>
                  <a:pt x="9905239" y="3683123"/>
                </a:cubicBezTo>
                <a:cubicBezTo>
                  <a:pt x="9905239" y="3778373"/>
                  <a:pt x="9827801" y="3855811"/>
                  <a:pt x="9732551" y="3855811"/>
                </a:cubicBezTo>
                <a:cubicBezTo>
                  <a:pt x="9637301" y="3855811"/>
                  <a:pt x="9559863" y="3778373"/>
                  <a:pt x="9559863" y="3683123"/>
                </a:cubicBezTo>
                <a:cubicBezTo>
                  <a:pt x="9559863" y="3587873"/>
                  <a:pt x="9637301" y="3510435"/>
                  <a:pt x="9732551" y="3510435"/>
                </a:cubicBezTo>
                <a:close/>
                <a:moveTo>
                  <a:pt x="1734227" y="3438325"/>
                </a:moveTo>
                <a:cubicBezTo>
                  <a:pt x="1754376" y="3438325"/>
                  <a:pt x="1770613" y="3454648"/>
                  <a:pt x="1770613" y="3474796"/>
                </a:cubicBezTo>
                <a:cubicBezTo>
                  <a:pt x="1770613" y="3494945"/>
                  <a:pt x="1754291" y="3511267"/>
                  <a:pt x="1734142" y="3511267"/>
                </a:cubicBezTo>
                <a:cubicBezTo>
                  <a:pt x="1713994" y="3511267"/>
                  <a:pt x="1697756" y="3494945"/>
                  <a:pt x="1697756" y="3474796"/>
                </a:cubicBezTo>
                <a:cubicBezTo>
                  <a:pt x="1697756" y="3454648"/>
                  <a:pt x="1714079" y="3438325"/>
                  <a:pt x="1734227" y="3438325"/>
                </a:cubicBezTo>
                <a:close/>
                <a:moveTo>
                  <a:pt x="11264767" y="1082112"/>
                </a:moveTo>
                <a:cubicBezTo>
                  <a:pt x="11287341" y="1082112"/>
                  <a:pt x="11305629" y="1100401"/>
                  <a:pt x="11305629" y="1122975"/>
                </a:cubicBezTo>
                <a:cubicBezTo>
                  <a:pt x="11305629" y="1145549"/>
                  <a:pt x="11287341" y="1163837"/>
                  <a:pt x="11264767" y="1163837"/>
                </a:cubicBezTo>
                <a:cubicBezTo>
                  <a:pt x="11242193" y="1163837"/>
                  <a:pt x="11223905" y="1145549"/>
                  <a:pt x="11223905" y="1122975"/>
                </a:cubicBezTo>
                <a:cubicBezTo>
                  <a:pt x="11223905" y="1100401"/>
                  <a:pt x="11242193" y="1082112"/>
                  <a:pt x="11264767" y="1082112"/>
                </a:cubicBezTo>
                <a:close/>
                <a:moveTo>
                  <a:pt x="11437455" y="388120"/>
                </a:moveTo>
                <a:cubicBezTo>
                  <a:pt x="11386592" y="388120"/>
                  <a:pt x="11345158" y="429554"/>
                  <a:pt x="11345158" y="480417"/>
                </a:cubicBezTo>
                <a:cubicBezTo>
                  <a:pt x="11345158" y="531281"/>
                  <a:pt x="11386592" y="572715"/>
                  <a:pt x="11437455" y="572715"/>
                </a:cubicBezTo>
                <a:cubicBezTo>
                  <a:pt x="11488319" y="572715"/>
                  <a:pt x="11529752" y="531281"/>
                  <a:pt x="11529752" y="480417"/>
                </a:cubicBezTo>
                <a:cubicBezTo>
                  <a:pt x="11529752" y="429459"/>
                  <a:pt x="11488319" y="388120"/>
                  <a:pt x="11437455" y="388120"/>
                </a:cubicBezTo>
                <a:close/>
                <a:moveTo>
                  <a:pt x="6940757" y="336895"/>
                </a:moveTo>
                <a:cubicBezTo>
                  <a:pt x="6967527" y="336895"/>
                  <a:pt x="6989102" y="358582"/>
                  <a:pt x="6989102" y="385353"/>
                </a:cubicBezTo>
                <a:cubicBezTo>
                  <a:pt x="6989102" y="412124"/>
                  <a:pt x="6967414" y="433812"/>
                  <a:pt x="6940644" y="433812"/>
                </a:cubicBezTo>
                <a:cubicBezTo>
                  <a:pt x="6913873" y="433812"/>
                  <a:pt x="6892298" y="412124"/>
                  <a:pt x="6892298" y="385353"/>
                </a:cubicBezTo>
                <a:cubicBezTo>
                  <a:pt x="6892298" y="358582"/>
                  <a:pt x="6913986" y="336895"/>
                  <a:pt x="6940757" y="336895"/>
                </a:cubicBezTo>
                <a:close/>
                <a:moveTo>
                  <a:pt x="11437455" y="307634"/>
                </a:moveTo>
                <a:cubicBezTo>
                  <a:pt x="11532705" y="307634"/>
                  <a:pt x="11610143" y="385072"/>
                  <a:pt x="11610143" y="480322"/>
                </a:cubicBezTo>
                <a:cubicBezTo>
                  <a:pt x="11610143" y="575572"/>
                  <a:pt x="11532705" y="653010"/>
                  <a:pt x="11437455" y="653010"/>
                </a:cubicBezTo>
                <a:cubicBezTo>
                  <a:pt x="11342205" y="653010"/>
                  <a:pt x="11264767" y="575572"/>
                  <a:pt x="11264767" y="480322"/>
                </a:cubicBezTo>
                <a:cubicBezTo>
                  <a:pt x="11264767" y="385072"/>
                  <a:pt x="11342205" y="307634"/>
                  <a:pt x="11437455" y="307634"/>
                </a:cubicBezTo>
                <a:close/>
                <a:moveTo>
                  <a:pt x="278840" y="300742"/>
                </a:moveTo>
                <a:lnTo>
                  <a:pt x="117868" y="343890"/>
                </a:lnTo>
                <a:lnTo>
                  <a:pt x="235692" y="461714"/>
                </a:lnTo>
                <a:close/>
                <a:moveTo>
                  <a:pt x="755729" y="272824"/>
                </a:moveTo>
                <a:cubicBezTo>
                  <a:pt x="766016" y="272824"/>
                  <a:pt x="776303" y="276753"/>
                  <a:pt x="784161" y="284611"/>
                </a:cubicBezTo>
                <a:lnTo>
                  <a:pt x="869887" y="370336"/>
                </a:lnTo>
                <a:lnTo>
                  <a:pt x="955612" y="284611"/>
                </a:lnTo>
                <a:cubicBezTo>
                  <a:pt x="963470" y="276753"/>
                  <a:pt x="973757" y="272824"/>
                  <a:pt x="984044" y="272824"/>
                </a:cubicBezTo>
                <a:cubicBezTo>
                  <a:pt x="994331" y="272824"/>
                  <a:pt x="1004617" y="276753"/>
                  <a:pt x="1012476" y="284611"/>
                </a:cubicBezTo>
                <a:cubicBezTo>
                  <a:pt x="1028193" y="300327"/>
                  <a:pt x="1028193" y="325759"/>
                  <a:pt x="1012476" y="341475"/>
                </a:cubicBezTo>
                <a:lnTo>
                  <a:pt x="926733" y="427182"/>
                </a:lnTo>
                <a:lnTo>
                  <a:pt x="1012571" y="513020"/>
                </a:lnTo>
                <a:cubicBezTo>
                  <a:pt x="1028287" y="528737"/>
                  <a:pt x="1028287" y="554168"/>
                  <a:pt x="1012571" y="569885"/>
                </a:cubicBezTo>
                <a:cubicBezTo>
                  <a:pt x="1004665" y="577695"/>
                  <a:pt x="994378" y="581600"/>
                  <a:pt x="984092" y="581600"/>
                </a:cubicBezTo>
                <a:cubicBezTo>
                  <a:pt x="973804" y="581600"/>
                  <a:pt x="963517" y="577695"/>
                  <a:pt x="955706" y="569789"/>
                </a:cubicBezTo>
                <a:lnTo>
                  <a:pt x="869887" y="484005"/>
                </a:lnTo>
                <a:lnTo>
                  <a:pt x="784067" y="569789"/>
                </a:lnTo>
                <a:cubicBezTo>
                  <a:pt x="776256" y="577695"/>
                  <a:pt x="765969" y="581600"/>
                  <a:pt x="755682" y="581600"/>
                </a:cubicBezTo>
                <a:cubicBezTo>
                  <a:pt x="745395" y="581600"/>
                  <a:pt x="735108" y="577695"/>
                  <a:pt x="727298" y="569789"/>
                </a:cubicBezTo>
                <a:cubicBezTo>
                  <a:pt x="711582" y="554073"/>
                  <a:pt x="711582" y="528641"/>
                  <a:pt x="727298" y="512925"/>
                </a:cubicBezTo>
                <a:lnTo>
                  <a:pt x="813040" y="427183"/>
                </a:lnTo>
                <a:lnTo>
                  <a:pt x="727297" y="341475"/>
                </a:lnTo>
                <a:cubicBezTo>
                  <a:pt x="711581" y="325759"/>
                  <a:pt x="711581" y="300327"/>
                  <a:pt x="727297" y="284611"/>
                </a:cubicBezTo>
                <a:cubicBezTo>
                  <a:pt x="735155" y="276753"/>
                  <a:pt x="745442" y="272824"/>
                  <a:pt x="755729" y="272824"/>
                </a:cubicBezTo>
                <a:close/>
                <a:moveTo>
                  <a:pt x="5046248" y="263434"/>
                </a:moveTo>
                <a:cubicBezTo>
                  <a:pt x="5053975" y="260469"/>
                  <a:pt x="5062833" y="260445"/>
                  <a:pt x="5070977" y="264065"/>
                </a:cubicBezTo>
                <a:lnTo>
                  <a:pt x="5269001" y="352457"/>
                </a:lnTo>
                <a:cubicBezTo>
                  <a:pt x="5285289" y="359696"/>
                  <a:pt x="5292623" y="378841"/>
                  <a:pt x="5285384" y="395224"/>
                </a:cubicBezTo>
                <a:cubicBezTo>
                  <a:pt x="5279955" y="407225"/>
                  <a:pt x="5268144" y="414369"/>
                  <a:pt x="5255762" y="414369"/>
                </a:cubicBezTo>
                <a:cubicBezTo>
                  <a:pt x="5251380" y="414369"/>
                  <a:pt x="5246903" y="413417"/>
                  <a:pt x="5242617" y="411512"/>
                </a:cubicBezTo>
                <a:lnTo>
                  <a:pt x="5044592" y="323215"/>
                </a:lnTo>
                <a:cubicBezTo>
                  <a:pt x="5028305" y="315881"/>
                  <a:pt x="5020970" y="296735"/>
                  <a:pt x="5028305" y="280448"/>
                </a:cubicBezTo>
                <a:cubicBezTo>
                  <a:pt x="5031924" y="272304"/>
                  <a:pt x="5038521" y="266398"/>
                  <a:pt x="5046248" y="263434"/>
                </a:cubicBezTo>
                <a:close/>
                <a:moveTo>
                  <a:pt x="6243269" y="225064"/>
                </a:moveTo>
                <a:lnTo>
                  <a:pt x="6076842" y="233790"/>
                </a:lnTo>
                <a:lnTo>
                  <a:pt x="6167586" y="373543"/>
                </a:lnTo>
                <a:close/>
                <a:moveTo>
                  <a:pt x="325227" y="205111"/>
                </a:moveTo>
                <a:cubicBezTo>
                  <a:pt x="339133" y="201396"/>
                  <a:pt x="353897" y="205396"/>
                  <a:pt x="364089" y="215493"/>
                </a:cubicBezTo>
                <a:cubicBezTo>
                  <a:pt x="374281" y="225685"/>
                  <a:pt x="378186" y="240448"/>
                  <a:pt x="374471" y="254355"/>
                </a:cubicBezTo>
                <a:lnTo>
                  <a:pt x="295318" y="549820"/>
                </a:lnTo>
                <a:cubicBezTo>
                  <a:pt x="291604" y="563727"/>
                  <a:pt x="280745" y="574490"/>
                  <a:pt x="266934" y="578205"/>
                </a:cubicBezTo>
                <a:cubicBezTo>
                  <a:pt x="253027" y="581920"/>
                  <a:pt x="238264" y="577919"/>
                  <a:pt x="228072" y="567823"/>
                </a:cubicBezTo>
                <a:lnTo>
                  <a:pt x="11759" y="351510"/>
                </a:lnTo>
                <a:cubicBezTo>
                  <a:pt x="1567" y="341318"/>
                  <a:pt x="-2338" y="326554"/>
                  <a:pt x="1378" y="312648"/>
                </a:cubicBezTo>
                <a:cubicBezTo>
                  <a:pt x="5092" y="298741"/>
                  <a:pt x="15950" y="287978"/>
                  <a:pt x="29762" y="284263"/>
                </a:cubicBezTo>
                <a:close/>
                <a:moveTo>
                  <a:pt x="6308530" y="141171"/>
                </a:moveTo>
                <a:cubicBezTo>
                  <a:pt x="6322905" y="140429"/>
                  <a:pt x="6336514" y="147413"/>
                  <a:pt x="6344383" y="159408"/>
                </a:cubicBezTo>
                <a:cubicBezTo>
                  <a:pt x="6352233" y="171497"/>
                  <a:pt x="6352982" y="186751"/>
                  <a:pt x="6346456" y="199580"/>
                </a:cubicBezTo>
                <a:lnTo>
                  <a:pt x="6207584" y="472123"/>
                </a:lnTo>
                <a:cubicBezTo>
                  <a:pt x="6201059" y="484953"/>
                  <a:pt x="6188199" y="493223"/>
                  <a:pt x="6173917" y="493984"/>
                </a:cubicBezTo>
                <a:cubicBezTo>
                  <a:pt x="6159542" y="494725"/>
                  <a:pt x="6145933" y="487742"/>
                  <a:pt x="6138064" y="475746"/>
                </a:cubicBezTo>
                <a:lnTo>
                  <a:pt x="5971469" y="219175"/>
                </a:lnTo>
                <a:cubicBezTo>
                  <a:pt x="5963619" y="207087"/>
                  <a:pt x="5962870" y="191834"/>
                  <a:pt x="5969396" y="179004"/>
                </a:cubicBezTo>
                <a:cubicBezTo>
                  <a:pt x="5975922" y="166174"/>
                  <a:pt x="5988782" y="157904"/>
                  <a:pt x="6003063" y="157143"/>
                </a:cubicBezTo>
                <a:close/>
                <a:moveTo>
                  <a:pt x="10573776" y="0"/>
                </a:moveTo>
                <a:cubicBezTo>
                  <a:pt x="10584063" y="0"/>
                  <a:pt x="10594350" y="3929"/>
                  <a:pt x="10602208" y="11787"/>
                </a:cubicBezTo>
                <a:lnTo>
                  <a:pt x="10687981" y="97560"/>
                </a:lnTo>
                <a:lnTo>
                  <a:pt x="10773658" y="11883"/>
                </a:lnTo>
                <a:cubicBezTo>
                  <a:pt x="10781516" y="4025"/>
                  <a:pt x="10791803" y="96"/>
                  <a:pt x="10802090" y="96"/>
                </a:cubicBezTo>
                <a:cubicBezTo>
                  <a:pt x="10812377" y="96"/>
                  <a:pt x="10822664" y="4025"/>
                  <a:pt x="10830522" y="11883"/>
                </a:cubicBezTo>
                <a:cubicBezTo>
                  <a:pt x="10846239" y="27599"/>
                  <a:pt x="10846239" y="53031"/>
                  <a:pt x="10830522" y="68747"/>
                </a:cubicBezTo>
                <a:lnTo>
                  <a:pt x="10744846" y="154424"/>
                </a:lnTo>
                <a:lnTo>
                  <a:pt x="10830618" y="240196"/>
                </a:lnTo>
                <a:cubicBezTo>
                  <a:pt x="10846334" y="255913"/>
                  <a:pt x="10846334" y="281344"/>
                  <a:pt x="10830618" y="297061"/>
                </a:cubicBezTo>
                <a:cubicBezTo>
                  <a:pt x="10822712" y="304966"/>
                  <a:pt x="10812425" y="308872"/>
                  <a:pt x="10802138" y="308872"/>
                </a:cubicBezTo>
                <a:cubicBezTo>
                  <a:pt x="10791851" y="308872"/>
                  <a:pt x="10781564" y="304966"/>
                  <a:pt x="10773754" y="297061"/>
                </a:cubicBezTo>
                <a:lnTo>
                  <a:pt x="10687981" y="211289"/>
                </a:lnTo>
                <a:lnTo>
                  <a:pt x="10602113" y="297157"/>
                </a:lnTo>
                <a:cubicBezTo>
                  <a:pt x="10594303" y="304967"/>
                  <a:pt x="10584015" y="308872"/>
                  <a:pt x="10573729" y="308872"/>
                </a:cubicBezTo>
                <a:cubicBezTo>
                  <a:pt x="10563441" y="308872"/>
                  <a:pt x="10553154" y="304967"/>
                  <a:pt x="10545344" y="297061"/>
                </a:cubicBezTo>
                <a:cubicBezTo>
                  <a:pt x="10529628" y="281345"/>
                  <a:pt x="10529628" y="255913"/>
                  <a:pt x="10545344" y="240197"/>
                </a:cubicBezTo>
                <a:lnTo>
                  <a:pt x="10631117" y="154424"/>
                </a:lnTo>
                <a:lnTo>
                  <a:pt x="10545344" y="68651"/>
                </a:lnTo>
                <a:cubicBezTo>
                  <a:pt x="10529628" y="52935"/>
                  <a:pt x="10529628" y="27503"/>
                  <a:pt x="10545344" y="11787"/>
                </a:cubicBezTo>
                <a:cubicBezTo>
                  <a:pt x="10553202" y="3929"/>
                  <a:pt x="10563489" y="0"/>
                  <a:pt x="10573776" y="0"/>
                </a:cubicBezTo>
                <a:close/>
              </a:path>
            </a:pathLst>
          </a:custGeom>
          <a:solidFill>
            <a:srgbClr val="D8D8D8"/>
          </a:solidFill>
          <a:ln>
            <a:noFill/>
          </a:ln>
          <a:effectLst>
            <a:outerShdw rotWithShape="0" algn="tl" dir="2700000" dist="38100">
              <a:srgbClr val="FFDF00">
                <a:alpha val="1882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PPTMON slide">
  <p:cSld name="5_PPTMON slide">
    <p:bg>
      <p:bgPr>
        <a:solidFill>
          <a:srgbClr val="FFDF00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782329" y="5515016"/>
            <a:ext cx="1351592" cy="1342983"/>
          </a:xfrm>
          <a:prstGeom prst="rect">
            <a:avLst/>
          </a:prstGeom>
          <a:noFill/>
          <a:ln>
            <a:noFill/>
          </a:ln>
          <a:effectLst>
            <a:outerShdw rotWithShape="0" algn="tl" dir="2700000" dist="38100">
              <a:srgbClr val="000000">
                <a:alpha val="6666"/>
              </a:srgbClr>
            </a:outerShdw>
          </a:effectLst>
        </p:spPr>
      </p:pic>
      <p:pic>
        <p:nvPicPr>
          <p:cNvPr id="89" name="Google Shape;8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8374" y="5820794"/>
            <a:ext cx="316278" cy="180729"/>
          </a:xfrm>
          <a:prstGeom prst="rect">
            <a:avLst/>
          </a:prstGeom>
          <a:noFill/>
          <a:ln>
            <a:noFill/>
          </a:ln>
          <a:effectLst>
            <a:outerShdw rotWithShape="0" algn="tl" dir="2700000" dist="38100">
              <a:srgbClr val="000000">
                <a:alpha val="6666"/>
              </a:srgbClr>
            </a:outerShdw>
          </a:effectLst>
        </p:spPr>
      </p:pic>
      <p:pic>
        <p:nvPicPr>
          <p:cNvPr id="90" name="Google Shape;90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5793" y="6218671"/>
            <a:ext cx="406643" cy="406643"/>
          </a:xfrm>
          <a:prstGeom prst="rect">
            <a:avLst/>
          </a:prstGeom>
          <a:noFill/>
          <a:ln>
            <a:noFill/>
          </a:ln>
          <a:effectLst>
            <a:outerShdw rotWithShape="0" algn="tl" dir="2700000" dist="38100">
              <a:srgbClr val="000000">
                <a:alpha val="6666"/>
              </a:srgbClr>
            </a:outerShdw>
          </a:effectLst>
        </p:spPr>
      </p:pic>
      <p:pic>
        <p:nvPicPr>
          <p:cNvPr id="91" name="Google Shape;91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42750" y="6197600"/>
            <a:ext cx="101660" cy="101660"/>
          </a:xfrm>
          <a:prstGeom prst="rect">
            <a:avLst/>
          </a:prstGeom>
          <a:noFill/>
          <a:ln>
            <a:noFill/>
          </a:ln>
          <a:effectLst>
            <a:outerShdw rotWithShape="0" algn="tl" dir="2700000" dist="38100">
              <a:srgbClr val="000000">
                <a:alpha val="6666"/>
              </a:srgbClr>
            </a:outerShdw>
          </a:effectLst>
        </p:spPr>
      </p:pic>
      <p:sp>
        <p:nvSpPr>
          <p:cNvPr id="92" name="Google Shape;92;p9"/>
          <p:cNvSpPr/>
          <p:nvPr>
            <p:ph idx="2" type="pic"/>
          </p:nvPr>
        </p:nvSpPr>
        <p:spPr>
          <a:xfrm>
            <a:off x="851043" y="795722"/>
            <a:ext cx="3660132" cy="5266556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93" name="Google Shape;93;p9"/>
          <p:cNvSpPr/>
          <p:nvPr/>
        </p:nvSpPr>
        <p:spPr>
          <a:xfrm>
            <a:off x="10820963" y="135759"/>
            <a:ext cx="314325" cy="314325"/>
          </a:xfrm>
          <a:custGeom>
            <a:rect b="b" l="l" r="r" t="t"/>
            <a:pathLst>
              <a:path extrusionOk="0" h="314325" w="314325">
                <a:moveTo>
                  <a:pt x="47316" y="315920"/>
                </a:moveTo>
                <a:cubicBezTo>
                  <a:pt x="37028" y="315920"/>
                  <a:pt x="26741" y="312015"/>
                  <a:pt x="18931" y="304109"/>
                </a:cubicBezTo>
                <a:cubicBezTo>
                  <a:pt x="3215" y="288393"/>
                  <a:pt x="3215" y="262961"/>
                  <a:pt x="18931" y="247245"/>
                </a:cubicBezTo>
                <a:lnTo>
                  <a:pt x="247245" y="18931"/>
                </a:lnTo>
                <a:cubicBezTo>
                  <a:pt x="262961" y="3215"/>
                  <a:pt x="288393" y="3215"/>
                  <a:pt x="304109" y="18931"/>
                </a:cubicBezTo>
                <a:cubicBezTo>
                  <a:pt x="319826" y="34647"/>
                  <a:pt x="319826" y="60079"/>
                  <a:pt x="304109" y="75795"/>
                </a:cubicBezTo>
                <a:lnTo>
                  <a:pt x="75700" y="304205"/>
                </a:lnTo>
                <a:cubicBezTo>
                  <a:pt x="67890" y="312015"/>
                  <a:pt x="57602" y="315920"/>
                  <a:pt x="47316" y="31592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rotWithShape="0" algn="tl" dir="2700000" dist="38100">
              <a:srgbClr val="000000">
                <a:alpha val="666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94" name="Google Shape;94;p9"/>
          <p:cNvSpPr/>
          <p:nvPr/>
        </p:nvSpPr>
        <p:spPr>
          <a:xfrm>
            <a:off x="10820963" y="135663"/>
            <a:ext cx="314325" cy="314325"/>
          </a:xfrm>
          <a:custGeom>
            <a:rect b="b" l="l" r="r" t="t"/>
            <a:pathLst>
              <a:path extrusionOk="0" h="314325" w="314325">
                <a:moveTo>
                  <a:pt x="275725" y="316016"/>
                </a:moveTo>
                <a:cubicBezTo>
                  <a:pt x="265438" y="316016"/>
                  <a:pt x="255151" y="312110"/>
                  <a:pt x="247341" y="304205"/>
                </a:cubicBezTo>
                <a:lnTo>
                  <a:pt x="18931" y="75795"/>
                </a:lnTo>
                <a:cubicBezTo>
                  <a:pt x="3215" y="60079"/>
                  <a:pt x="3215" y="34647"/>
                  <a:pt x="18931" y="18931"/>
                </a:cubicBezTo>
                <a:cubicBezTo>
                  <a:pt x="34647" y="3215"/>
                  <a:pt x="60079" y="3215"/>
                  <a:pt x="75795" y="18931"/>
                </a:cubicBezTo>
                <a:lnTo>
                  <a:pt x="304205" y="247340"/>
                </a:lnTo>
                <a:cubicBezTo>
                  <a:pt x="319921" y="263057"/>
                  <a:pt x="319921" y="288488"/>
                  <a:pt x="304205" y="304205"/>
                </a:cubicBezTo>
                <a:cubicBezTo>
                  <a:pt x="296299" y="312110"/>
                  <a:pt x="286012" y="316016"/>
                  <a:pt x="275725" y="31601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rotWithShape="0" algn="tl" dir="2700000" dist="38100">
              <a:srgbClr val="000000">
                <a:alpha val="666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95" name="Google Shape;95;p9"/>
          <p:cNvSpPr/>
          <p:nvPr/>
        </p:nvSpPr>
        <p:spPr>
          <a:xfrm>
            <a:off x="11552173" y="443297"/>
            <a:ext cx="352425" cy="352425"/>
          </a:xfrm>
          <a:custGeom>
            <a:rect b="b" l="l" r="r" t="t"/>
            <a:pathLst>
              <a:path extrusionOk="0" h="352425" w="352425">
                <a:moveTo>
                  <a:pt x="179832" y="352520"/>
                </a:moveTo>
                <a:cubicBezTo>
                  <a:pt x="84582" y="352520"/>
                  <a:pt x="7144" y="275082"/>
                  <a:pt x="7144" y="179832"/>
                </a:cubicBezTo>
                <a:cubicBezTo>
                  <a:pt x="7144" y="84582"/>
                  <a:pt x="84582" y="7144"/>
                  <a:pt x="179832" y="7144"/>
                </a:cubicBezTo>
                <a:cubicBezTo>
                  <a:pt x="275082" y="7144"/>
                  <a:pt x="352520" y="84582"/>
                  <a:pt x="352520" y="179832"/>
                </a:cubicBezTo>
                <a:cubicBezTo>
                  <a:pt x="352520" y="275082"/>
                  <a:pt x="275082" y="352520"/>
                  <a:pt x="179832" y="352520"/>
                </a:cubicBezTo>
                <a:close/>
                <a:moveTo>
                  <a:pt x="179832" y="87630"/>
                </a:moveTo>
                <a:cubicBezTo>
                  <a:pt x="128969" y="87630"/>
                  <a:pt x="87535" y="129064"/>
                  <a:pt x="87535" y="179927"/>
                </a:cubicBezTo>
                <a:cubicBezTo>
                  <a:pt x="87535" y="230791"/>
                  <a:pt x="128969" y="272225"/>
                  <a:pt x="179832" y="272225"/>
                </a:cubicBezTo>
                <a:cubicBezTo>
                  <a:pt x="230696" y="272225"/>
                  <a:pt x="272129" y="230791"/>
                  <a:pt x="272129" y="179927"/>
                </a:cubicBezTo>
                <a:cubicBezTo>
                  <a:pt x="272129" y="128969"/>
                  <a:pt x="230696" y="87630"/>
                  <a:pt x="179832" y="8763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rotWithShape="0" algn="tl" dir="2700000" dist="38100">
              <a:srgbClr val="000000">
                <a:alpha val="666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96" name="Google Shape;96;p9"/>
          <p:cNvSpPr/>
          <p:nvPr/>
        </p:nvSpPr>
        <p:spPr>
          <a:xfrm>
            <a:off x="11511311" y="1217775"/>
            <a:ext cx="95250" cy="95250"/>
          </a:xfrm>
          <a:custGeom>
            <a:rect b="b" l="l" r="r" t="t"/>
            <a:pathLst>
              <a:path extrusionOk="0" h="95250" w="95250">
                <a:moveTo>
                  <a:pt x="88868" y="48006"/>
                </a:moveTo>
                <a:cubicBezTo>
                  <a:pt x="88868" y="70580"/>
                  <a:pt x="70580" y="88868"/>
                  <a:pt x="48006" y="88868"/>
                </a:cubicBezTo>
                <a:cubicBezTo>
                  <a:pt x="25432" y="88868"/>
                  <a:pt x="7144" y="70580"/>
                  <a:pt x="7144" y="48006"/>
                </a:cubicBezTo>
                <a:cubicBezTo>
                  <a:pt x="7144" y="25432"/>
                  <a:pt x="25432" y="7144"/>
                  <a:pt x="48006" y="7144"/>
                </a:cubicBezTo>
                <a:cubicBezTo>
                  <a:pt x="70580" y="7144"/>
                  <a:pt x="88868" y="25432"/>
                  <a:pt x="88868" y="4800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rotWithShape="0" algn="tl" dir="2700000" dist="38100">
              <a:srgbClr val="000000">
                <a:alpha val="666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pic>
        <p:nvPicPr>
          <p:cNvPr id="97" name="Google Shape;97;p9">
            <a:hlinkClick r:id="rId6"/>
          </p:cNvPr>
          <p:cNvPicPr preferRelativeResize="0"/>
          <p:nvPr/>
        </p:nvPicPr>
        <p:blipFill rotWithShape="1">
          <a:blip r:embed="rId7">
            <a:alphaModFix/>
          </a:blip>
          <a:srcRect b="0" l="29909" r="0" t="0"/>
          <a:stretch/>
        </p:blipFill>
        <p:spPr>
          <a:xfrm>
            <a:off x="5771192" y="6908968"/>
            <a:ext cx="2239204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9">
            <a:hlinkClick r:id="rId8"/>
          </p:cNvPr>
          <p:cNvSpPr txBox="1"/>
          <p:nvPr/>
        </p:nvSpPr>
        <p:spPr>
          <a:xfrm>
            <a:off x="4181605" y="6964689"/>
            <a:ext cx="2690631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9"/>
              </a:rPr>
              <a:t>Presentation template by</a:t>
            </a:r>
            <a:endParaRPr sz="1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PPTMON slide">
  <p:cSld name="6_PPTMON slide">
    <p:bg>
      <p:bgPr>
        <a:solidFill>
          <a:srgbClr val="2D2D2B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0"/>
          <p:cNvSpPr/>
          <p:nvPr>
            <p:ph idx="2" type="pic"/>
          </p:nvPr>
        </p:nvSpPr>
        <p:spPr>
          <a:xfrm>
            <a:off x="-1" y="0"/>
            <a:ext cx="2832401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01" name="Google Shape;101;p10"/>
          <p:cNvSpPr/>
          <p:nvPr>
            <p:ph idx="3" type="pic"/>
          </p:nvPr>
        </p:nvSpPr>
        <p:spPr>
          <a:xfrm>
            <a:off x="2823617" y="0"/>
            <a:ext cx="2832401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02" name="Google Shape;102;p10"/>
          <p:cNvSpPr/>
          <p:nvPr>
            <p:ph idx="4" type="pic"/>
          </p:nvPr>
        </p:nvSpPr>
        <p:spPr>
          <a:xfrm>
            <a:off x="5647236" y="0"/>
            <a:ext cx="2832401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pic>
        <p:nvPicPr>
          <p:cNvPr id="103" name="Google Shape;103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35287" y="5865727"/>
            <a:ext cx="998633" cy="992272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0"/>
          <p:cNvSpPr/>
          <p:nvPr/>
        </p:nvSpPr>
        <p:spPr>
          <a:xfrm>
            <a:off x="10820963" y="135759"/>
            <a:ext cx="314325" cy="314325"/>
          </a:xfrm>
          <a:custGeom>
            <a:rect b="b" l="l" r="r" t="t"/>
            <a:pathLst>
              <a:path extrusionOk="0" h="314325" w="314325">
                <a:moveTo>
                  <a:pt x="47316" y="315920"/>
                </a:moveTo>
                <a:cubicBezTo>
                  <a:pt x="37028" y="315920"/>
                  <a:pt x="26741" y="312015"/>
                  <a:pt x="18931" y="304109"/>
                </a:cubicBezTo>
                <a:cubicBezTo>
                  <a:pt x="3215" y="288393"/>
                  <a:pt x="3215" y="262961"/>
                  <a:pt x="18931" y="247245"/>
                </a:cubicBezTo>
                <a:lnTo>
                  <a:pt x="247245" y="18931"/>
                </a:lnTo>
                <a:cubicBezTo>
                  <a:pt x="262961" y="3215"/>
                  <a:pt x="288393" y="3215"/>
                  <a:pt x="304109" y="18931"/>
                </a:cubicBezTo>
                <a:cubicBezTo>
                  <a:pt x="319826" y="34647"/>
                  <a:pt x="319826" y="60079"/>
                  <a:pt x="304109" y="75795"/>
                </a:cubicBezTo>
                <a:lnTo>
                  <a:pt x="75700" y="304205"/>
                </a:lnTo>
                <a:cubicBezTo>
                  <a:pt x="67890" y="312015"/>
                  <a:pt x="57602" y="315920"/>
                  <a:pt x="47316" y="315920"/>
                </a:cubicBezTo>
                <a:close/>
              </a:path>
            </a:pathLst>
          </a:custGeom>
          <a:solidFill>
            <a:srgbClr val="FFD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105" name="Google Shape;105;p10"/>
          <p:cNvSpPr/>
          <p:nvPr/>
        </p:nvSpPr>
        <p:spPr>
          <a:xfrm>
            <a:off x="10820963" y="135663"/>
            <a:ext cx="314325" cy="314325"/>
          </a:xfrm>
          <a:custGeom>
            <a:rect b="b" l="l" r="r" t="t"/>
            <a:pathLst>
              <a:path extrusionOk="0" h="314325" w="314325">
                <a:moveTo>
                  <a:pt x="275725" y="316016"/>
                </a:moveTo>
                <a:cubicBezTo>
                  <a:pt x="265438" y="316016"/>
                  <a:pt x="255151" y="312110"/>
                  <a:pt x="247341" y="304205"/>
                </a:cubicBezTo>
                <a:lnTo>
                  <a:pt x="18931" y="75795"/>
                </a:lnTo>
                <a:cubicBezTo>
                  <a:pt x="3215" y="60079"/>
                  <a:pt x="3215" y="34647"/>
                  <a:pt x="18931" y="18931"/>
                </a:cubicBezTo>
                <a:cubicBezTo>
                  <a:pt x="34647" y="3215"/>
                  <a:pt x="60079" y="3215"/>
                  <a:pt x="75795" y="18931"/>
                </a:cubicBezTo>
                <a:lnTo>
                  <a:pt x="304205" y="247340"/>
                </a:lnTo>
                <a:cubicBezTo>
                  <a:pt x="319921" y="263057"/>
                  <a:pt x="319921" y="288488"/>
                  <a:pt x="304205" y="304205"/>
                </a:cubicBezTo>
                <a:cubicBezTo>
                  <a:pt x="296299" y="312110"/>
                  <a:pt x="286012" y="316016"/>
                  <a:pt x="275725" y="316016"/>
                </a:cubicBezTo>
                <a:close/>
              </a:path>
            </a:pathLst>
          </a:custGeom>
          <a:solidFill>
            <a:srgbClr val="FFD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106" name="Google Shape;106;p10"/>
          <p:cNvSpPr/>
          <p:nvPr/>
        </p:nvSpPr>
        <p:spPr>
          <a:xfrm>
            <a:off x="11552173" y="443297"/>
            <a:ext cx="352425" cy="352425"/>
          </a:xfrm>
          <a:custGeom>
            <a:rect b="b" l="l" r="r" t="t"/>
            <a:pathLst>
              <a:path extrusionOk="0" h="352425" w="352425">
                <a:moveTo>
                  <a:pt x="179832" y="352520"/>
                </a:moveTo>
                <a:cubicBezTo>
                  <a:pt x="84582" y="352520"/>
                  <a:pt x="7144" y="275082"/>
                  <a:pt x="7144" y="179832"/>
                </a:cubicBezTo>
                <a:cubicBezTo>
                  <a:pt x="7144" y="84582"/>
                  <a:pt x="84582" y="7144"/>
                  <a:pt x="179832" y="7144"/>
                </a:cubicBezTo>
                <a:cubicBezTo>
                  <a:pt x="275082" y="7144"/>
                  <a:pt x="352520" y="84582"/>
                  <a:pt x="352520" y="179832"/>
                </a:cubicBezTo>
                <a:cubicBezTo>
                  <a:pt x="352520" y="275082"/>
                  <a:pt x="275082" y="352520"/>
                  <a:pt x="179832" y="352520"/>
                </a:cubicBezTo>
                <a:close/>
                <a:moveTo>
                  <a:pt x="179832" y="87630"/>
                </a:moveTo>
                <a:cubicBezTo>
                  <a:pt x="128969" y="87630"/>
                  <a:pt x="87535" y="129064"/>
                  <a:pt x="87535" y="179927"/>
                </a:cubicBezTo>
                <a:cubicBezTo>
                  <a:pt x="87535" y="230791"/>
                  <a:pt x="128969" y="272225"/>
                  <a:pt x="179832" y="272225"/>
                </a:cubicBezTo>
                <a:cubicBezTo>
                  <a:pt x="230696" y="272225"/>
                  <a:pt x="272129" y="230791"/>
                  <a:pt x="272129" y="179927"/>
                </a:cubicBezTo>
                <a:cubicBezTo>
                  <a:pt x="272129" y="128969"/>
                  <a:pt x="230696" y="87630"/>
                  <a:pt x="179832" y="87630"/>
                </a:cubicBezTo>
                <a:close/>
              </a:path>
            </a:pathLst>
          </a:custGeom>
          <a:solidFill>
            <a:srgbClr val="FFD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107" name="Google Shape;107;p10"/>
          <p:cNvSpPr/>
          <p:nvPr/>
        </p:nvSpPr>
        <p:spPr>
          <a:xfrm>
            <a:off x="11511311" y="1217775"/>
            <a:ext cx="95250" cy="95250"/>
          </a:xfrm>
          <a:custGeom>
            <a:rect b="b" l="l" r="r" t="t"/>
            <a:pathLst>
              <a:path extrusionOk="0" h="95250" w="95250">
                <a:moveTo>
                  <a:pt x="88868" y="48006"/>
                </a:moveTo>
                <a:cubicBezTo>
                  <a:pt x="88868" y="70580"/>
                  <a:pt x="70580" y="88868"/>
                  <a:pt x="48006" y="88868"/>
                </a:cubicBezTo>
                <a:cubicBezTo>
                  <a:pt x="25432" y="88868"/>
                  <a:pt x="7144" y="70580"/>
                  <a:pt x="7144" y="48006"/>
                </a:cubicBezTo>
                <a:cubicBezTo>
                  <a:pt x="7144" y="25432"/>
                  <a:pt x="25432" y="7144"/>
                  <a:pt x="48006" y="7144"/>
                </a:cubicBezTo>
                <a:cubicBezTo>
                  <a:pt x="70580" y="7144"/>
                  <a:pt x="88868" y="25432"/>
                  <a:pt x="88868" y="48006"/>
                </a:cubicBezTo>
                <a:close/>
              </a:path>
            </a:pathLst>
          </a:custGeom>
          <a:solidFill>
            <a:srgbClr val="FFD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pic>
        <p:nvPicPr>
          <p:cNvPr id="108" name="Google Shape;108;p10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29909" r="0" t="0"/>
          <a:stretch/>
        </p:blipFill>
        <p:spPr>
          <a:xfrm>
            <a:off x="5771192" y="6908968"/>
            <a:ext cx="2239204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0">
            <a:hlinkClick r:id="rId5"/>
          </p:cNvPr>
          <p:cNvSpPr txBox="1"/>
          <p:nvPr/>
        </p:nvSpPr>
        <p:spPr>
          <a:xfrm>
            <a:off x="4181605" y="6964689"/>
            <a:ext cx="2690631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Presentation template by</a:t>
            </a:r>
            <a:endParaRPr sz="1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PPTMON slide">
  <p:cSld name="7_PPTMON slide">
    <p:bg>
      <p:bgPr>
        <a:solidFill>
          <a:srgbClr val="FFDF00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1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29909" r="0" t="0"/>
          <a:stretch/>
        </p:blipFill>
        <p:spPr>
          <a:xfrm>
            <a:off x="5771192" y="6908968"/>
            <a:ext cx="2239204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1">
            <a:hlinkClick r:id="rId4"/>
          </p:cNvPr>
          <p:cNvSpPr txBox="1"/>
          <p:nvPr/>
        </p:nvSpPr>
        <p:spPr>
          <a:xfrm>
            <a:off x="4181605" y="6964689"/>
            <a:ext cx="2690631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Presentation template by</a:t>
            </a:r>
            <a:endParaRPr sz="1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1"/>
          <p:cNvSpPr/>
          <p:nvPr/>
        </p:nvSpPr>
        <p:spPr>
          <a:xfrm>
            <a:off x="169183" y="152227"/>
            <a:ext cx="11810107" cy="6665555"/>
          </a:xfrm>
          <a:custGeom>
            <a:rect b="b" l="l" r="r" t="t"/>
            <a:pathLst>
              <a:path extrusionOk="0" h="6665555" w="11810107">
                <a:moveTo>
                  <a:pt x="2271373" y="6386727"/>
                </a:moveTo>
                <a:lnTo>
                  <a:pt x="2110401" y="6429875"/>
                </a:lnTo>
                <a:lnTo>
                  <a:pt x="2228225" y="6547699"/>
                </a:lnTo>
                <a:close/>
                <a:moveTo>
                  <a:pt x="2317760" y="6291096"/>
                </a:moveTo>
                <a:cubicBezTo>
                  <a:pt x="2331666" y="6287381"/>
                  <a:pt x="2346431" y="6291381"/>
                  <a:pt x="2356622" y="6301478"/>
                </a:cubicBezTo>
                <a:cubicBezTo>
                  <a:pt x="2366814" y="6311670"/>
                  <a:pt x="2370720" y="6326433"/>
                  <a:pt x="2367004" y="6340340"/>
                </a:cubicBezTo>
                <a:lnTo>
                  <a:pt x="2287851" y="6635805"/>
                </a:lnTo>
                <a:cubicBezTo>
                  <a:pt x="2284138" y="6649712"/>
                  <a:pt x="2273279" y="6660475"/>
                  <a:pt x="2259467" y="6664190"/>
                </a:cubicBezTo>
                <a:cubicBezTo>
                  <a:pt x="2245560" y="6667905"/>
                  <a:pt x="2230797" y="6663904"/>
                  <a:pt x="2220605" y="6653808"/>
                </a:cubicBezTo>
                <a:lnTo>
                  <a:pt x="2004293" y="6437495"/>
                </a:lnTo>
                <a:cubicBezTo>
                  <a:pt x="1994100" y="6427303"/>
                  <a:pt x="1990195" y="6412539"/>
                  <a:pt x="1993910" y="6398633"/>
                </a:cubicBezTo>
                <a:cubicBezTo>
                  <a:pt x="1997624" y="6384726"/>
                  <a:pt x="2008483" y="6373963"/>
                  <a:pt x="2022294" y="6370248"/>
                </a:cubicBezTo>
                <a:close/>
                <a:moveTo>
                  <a:pt x="8947335" y="6273153"/>
                </a:moveTo>
                <a:cubicBezTo>
                  <a:pt x="8957622" y="6273153"/>
                  <a:pt x="8967909" y="6277058"/>
                  <a:pt x="8975720" y="6284964"/>
                </a:cubicBezTo>
                <a:lnTo>
                  <a:pt x="9061492" y="6370736"/>
                </a:lnTo>
                <a:lnTo>
                  <a:pt x="9147360" y="6284868"/>
                </a:lnTo>
                <a:cubicBezTo>
                  <a:pt x="9155171" y="6277058"/>
                  <a:pt x="9165458" y="6273153"/>
                  <a:pt x="9175745" y="6273153"/>
                </a:cubicBezTo>
                <a:cubicBezTo>
                  <a:pt x="9186032" y="6273153"/>
                  <a:pt x="9196319" y="6277058"/>
                  <a:pt x="9204129" y="6284964"/>
                </a:cubicBezTo>
                <a:cubicBezTo>
                  <a:pt x="9219846" y="6300680"/>
                  <a:pt x="9219846" y="6326112"/>
                  <a:pt x="9204129" y="6341828"/>
                </a:cubicBezTo>
                <a:lnTo>
                  <a:pt x="9118356" y="6427601"/>
                </a:lnTo>
                <a:lnTo>
                  <a:pt x="9204129" y="6513373"/>
                </a:lnTo>
                <a:cubicBezTo>
                  <a:pt x="9219846" y="6529089"/>
                  <a:pt x="9219846" y="6554521"/>
                  <a:pt x="9204129" y="6570238"/>
                </a:cubicBezTo>
                <a:cubicBezTo>
                  <a:pt x="9188413" y="6585954"/>
                  <a:pt x="9162981" y="6585954"/>
                  <a:pt x="9147265" y="6570238"/>
                </a:cubicBezTo>
                <a:lnTo>
                  <a:pt x="9061528" y="6484429"/>
                </a:lnTo>
                <a:lnTo>
                  <a:pt x="8975815" y="6570142"/>
                </a:lnTo>
                <a:cubicBezTo>
                  <a:pt x="8960099" y="6585858"/>
                  <a:pt x="8934667" y="6585858"/>
                  <a:pt x="8918951" y="6570142"/>
                </a:cubicBezTo>
                <a:cubicBezTo>
                  <a:pt x="8903235" y="6554426"/>
                  <a:pt x="8903235" y="6528994"/>
                  <a:pt x="8918951" y="6513278"/>
                </a:cubicBezTo>
                <a:lnTo>
                  <a:pt x="9004688" y="6427541"/>
                </a:lnTo>
                <a:lnTo>
                  <a:pt x="8918951" y="6341733"/>
                </a:lnTo>
                <a:cubicBezTo>
                  <a:pt x="8903235" y="6326016"/>
                  <a:pt x="8903235" y="6300585"/>
                  <a:pt x="8918951" y="6284868"/>
                </a:cubicBezTo>
                <a:cubicBezTo>
                  <a:pt x="8926761" y="6277058"/>
                  <a:pt x="8937048" y="6273153"/>
                  <a:pt x="8947335" y="6273153"/>
                </a:cubicBezTo>
                <a:close/>
                <a:moveTo>
                  <a:pt x="291228" y="6237846"/>
                </a:moveTo>
                <a:cubicBezTo>
                  <a:pt x="340030" y="6237846"/>
                  <a:pt x="379360" y="6277382"/>
                  <a:pt x="379360" y="6326185"/>
                </a:cubicBezTo>
                <a:cubicBezTo>
                  <a:pt x="379360" y="6374987"/>
                  <a:pt x="339824" y="6414523"/>
                  <a:pt x="291022" y="6414523"/>
                </a:cubicBezTo>
                <a:cubicBezTo>
                  <a:pt x="242220" y="6414523"/>
                  <a:pt x="202889" y="6374987"/>
                  <a:pt x="202889" y="6326185"/>
                </a:cubicBezTo>
                <a:cubicBezTo>
                  <a:pt x="202889" y="6277382"/>
                  <a:pt x="242425" y="6237846"/>
                  <a:pt x="291228" y="6237846"/>
                </a:cubicBezTo>
                <a:close/>
                <a:moveTo>
                  <a:pt x="11549050" y="6167171"/>
                </a:moveTo>
                <a:lnTo>
                  <a:pt x="11505902" y="6328144"/>
                </a:lnTo>
                <a:lnTo>
                  <a:pt x="11666875" y="6284996"/>
                </a:lnTo>
                <a:close/>
                <a:moveTo>
                  <a:pt x="11517808" y="6050681"/>
                </a:moveTo>
                <a:cubicBezTo>
                  <a:pt x="11531715" y="6046966"/>
                  <a:pt x="11546478" y="6050966"/>
                  <a:pt x="11556670" y="6061063"/>
                </a:cubicBezTo>
                <a:lnTo>
                  <a:pt x="11772983" y="6277376"/>
                </a:lnTo>
                <a:cubicBezTo>
                  <a:pt x="11783175" y="6287567"/>
                  <a:pt x="11787080" y="6302331"/>
                  <a:pt x="11783365" y="6316238"/>
                </a:cubicBezTo>
                <a:cubicBezTo>
                  <a:pt x="11779650" y="6330144"/>
                  <a:pt x="11768792" y="6340908"/>
                  <a:pt x="11754981" y="6344622"/>
                </a:cubicBezTo>
                <a:lnTo>
                  <a:pt x="11459515" y="6423775"/>
                </a:lnTo>
                <a:cubicBezTo>
                  <a:pt x="11445609" y="6427490"/>
                  <a:pt x="11430845" y="6423489"/>
                  <a:pt x="11420653" y="6413393"/>
                </a:cubicBezTo>
                <a:cubicBezTo>
                  <a:pt x="11410461" y="6403201"/>
                  <a:pt x="11406556" y="6388437"/>
                  <a:pt x="11410271" y="6374531"/>
                </a:cubicBezTo>
                <a:lnTo>
                  <a:pt x="11489424" y="6079065"/>
                </a:lnTo>
                <a:cubicBezTo>
                  <a:pt x="11493138" y="6065159"/>
                  <a:pt x="11503997" y="6054395"/>
                  <a:pt x="11517808" y="6050681"/>
                </a:cubicBezTo>
                <a:close/>
                <a:moveTo>
                  <a:pt x="8239165" y="5990893"/>
                </a:moveTo>
                <a:cubicBezTo>
                  <a:pt x="8261739" y="5990893"/>
                  <a:pt x="8280027" y="6009181"/>
                  <a:pt x="8280027" y="6031755"/>
                </a:cubicBezTo>
                <a:cubicBezTo>
                  <a:pt x="8280027" y="6054329"/>
                  <a:pt x="8261739" y="6072617"/>
                  <a:pt x="8239165" y="6072617"/>
                </a:cubicBezTo>
                <a:cubicBezTo>
                  <a:pt x="8216591" y="6072617"/>
                  <a:pt x="8198303" y="6054329"/>
                  <a:pt x="8198303" y="6031755"/>
                </a:cubicBezTo>
                <a:cubicBezTo>
                  <a:pt x="8198303" y="6009181"/>
                  <a:pt x="8216591" y="5990893"/>
                  <a:pt x="8239165" y="5990893"/>
                </a:cubicBezTo>
                <a:close/>
                <a:moveTo>
                  <a:pt x="1262319" y="5905577"/>
                </a:moveTo>
                <a:cubicBezTo>
                  <a:pt x="1152358" y="5905577"/>
                  <a:pt x="1062784" y="5995151"/>
                  <a:pt x="1062784" y="6105112"/>
                </a:cubicBezTo>
                <a:cubicBezTo>
                  <a:pt x="1062784" y="6215072"/>
                  <a:pt x="1152358" y="6304646"/>
                  <a:pt x="1262319" y="6304646"/>
                </a:cubicBezTo>
                <a:cubicBezTo>
                  <a:pt x="1372279" y="6304646"/>
                  <a:pt x="1461853" y="6215072"/>
                  <a:pt x="1461853" y="6105112"/>
                </a:cubicBezTo>
                <a:cubicBezTo>
                  <a:pt x="1461647" y="5995151"/>
                  <a:pt x="1372279" y="5905577"/>
                  <a:pt x="1262319" y="5905577"/>
                </a:cubicBezTo>
                <a:close/>
                <a:moveTo>
                  <a:pt x="1262319" y="5731783"/>
                </a:moveTo>
                <a:cubicBezTo>
                  <a:pt x="1468236" y="5731783"/>
                  <a:pt x="1635648" y="5899194"/>
                  <a:pt x="1635648" y="6105112"/>
                </a:cubicBezTo>
                <a:cubicBezTo>
                  <a:pt x="1635648" y="6311029"/>
                  <a:pt x="1468030" y="6478441"/>
                  <a:pt x="1262319" y="6478441"/>
                </a:cubicBezTo>
                <a:cubicBezTo>
                  <a:pt x="1056401" y="6478441"/>
                  <a:pt x="888990" y="6310823"/>
                  <a:pt x="888990" y="6105112"/>
                </a:cubicBezTo>
                <a:cubicBezTo>
                  <a:pt x="888990" y="5899400"/>
                  <a:pt x="1056401" y="5731783"/>
                  <a:pt x="1262319" y="5731783"/>
                </a:cubicBezTo>
                <a:close/>
                <a:moveTo>
                  <a:pt x="290552" y="5006411"/>
                </a:moveTo>
                <a:cubicBezTo>
                  <a:pt x="299628" y="5006575"/>
                  <a:pt x="308818" y="5008518"/>
                  <a:pt x="317621" y="5012431"/>
                </a:cubicBezTo>
                <a:lnTo>
                  <a:pt x="745724" y="5203521"/>
                </a:lnTo>
                <a:cubicBezTo>
                  <a:pt x="780936" y="5219171"/>
                  <a:pt x="796791" y="5260561"/>
                  <a:pt x="781142" y="5295979"/>
                </a:cubicBezTo>
                <a:cubicBezTo>
                  <a:pt x="769404" y="5321924"/>
                  <a:pt x="743871" y="5337368"/>
                  <a:pt x="717101" y="5337368"/>
                </a:cubicBezTo>
                <a:cubicBezTo>
                  <a:pt x="707629" y="5337368"/>
                  <a:pt x="697951" y="5335309"/>
                  <a:pt x="688685" y="5331190"/>
                </a:cubicBezTo>
                <a:lnTo>
                  <a:pt x="260580" y="5140305"/>
                </a:lnTo>
                <a:cubicBezTo>
                  <a:pt x="225368" y="5124449"/>
                  <a:pt x="209513" y="5083060"/>
                  <a:pt x="225368" y="5047849"/>
                </a:cubicBezTo>
                <a:cubicBezTo>
                  <a:pt x="237106" y="5021440"/>
                  <a:pt x="263322" y="5005918"/>
                  <a:pt x="290552" y="5006411"/>
                </a:cubicBezTo>
                <a:close/>
                <a:moveTo>
                  <a:pt x="437697" y="1550240"/>
                </a:moveTo>
                <a:cubicBezTo>
                  <a:pt x="460271" y="1550240"/>
                  <a:pt x="478559" y="1568528"/>
                  <a:pt x="478559" y="1591102"/>
                </a:cubicBezTo>
                <a:cubicBezTo>
                  <a:pt x="478559" y="1613676"/>
                  <a:pt x="460271" y="1631964"/>
                  <a:pt x="437697" y="1631964"/>
                </a:cubicBezTo>
                <a:cubicBezTo>
                  <a:pt x="415123" y="1631964"/>
                  <a:pt x="396835" y="1613676"/>
                  <a:pt x="396835" y="1591102"/>
                </a:cubicBezTo>
                <a:cubicBezTo>
                  <a:pt x="396835" y="1568528"/>
                  <a:pt x="415123" y="1550240"/>
                  <a:pt x="437697" y="1550240"/>
                </a:cubicBezTo>
                <a:close/>
                <a:moveTo>
                  <a:pt x="10901008" y="891156"/>
                </a:moveTo>
                <a:cubicBezTo>
                  <a:pt x="10924093" y="886839"/>
                  <a:pt x="10946262" y="902024"/>
                  <a:pt x="10950579" y="925109"/>
                </a:cubicBezTo>
                <a:lnTo>
                  <a:pt x="10974128" y="1051050"/>
                </a:lnTo>
                <a:lnTo>
                  <a:pt x="11100038" y="1027480"/>
                </a:lnTo>
                <a:cubicBezTo>
                  <a:pt x="11123122" y="1023164"/>
                  <a:pt x="11145292" y="1038348"/>
                  <a:pt x="11149608" y="1061433"/>
                </a:cubicBezTo>
                <a:cubicBezTo>
                  <a:pt x="11153924" y="1084517"/>
                  <a:pt x="11138740" y="1106686"/>
                  <a:pt x="11115655" y="1111003"/>
                </a:cubicBezTo>
                <a:lnTo>
                  <a:pt x="10989740" y="1134547"/>
                </a:lnTo>
                <a:lnTo>
                  <a:pt x="11013284" y="1260462"/>
                </a:lnTo>
                <a:cubicBezTo>
                  <a:pt x="11017600" y="1283547"/>
                  <a:pt x="11002415" y="1305716"/>
                  <a:pt x="10979331" y="1310033"/>
                </a:cubicBezTo>
                <a:cubicBezTo>
                  <a:pt x="10956247" y="1314349"/>
                  <a:pt x="10934077" y="1299164"/>
                  <a:pt x="10929761" y="1276080"/>
                </a:cubicBezTo>
                <a:lnTo>
                  <a:pt x="10906243" y="1150160"/>
                </a:lnTo>
                <a:lnTo>
                  <a:pt x="10780162" y="1173735"/>
                </a:lnTo>
                <a:cubicBezTo>
                  <a:pt x="10757077" y="1178051"/>
                  <a:pt x="10734907" y="1162866"/>
                  <a:pt x="10730591" y="1139782"/>
                </a:cubicBezTo>
                <a:cubicBezTo>
                  <a:pt x="10728502" y="1128226"/>
                  <a:pt x="10731241" y="1116927"/>
                  <a:pt x="10737383" y="1107960"/>
                </a:cubicBezTo>
                <a:cubicBezTo>
                  <a:pt x="10743525" y="1098992"/>
                  <a:pt x="10753071" y="1092356"/>
                  <a:pt x="10764627" y="1090268"/>
                </a:cubicBezTo>
                <a:lnTo>
                  <a:pt x="10890651" y="1066677"/>
                </a:lnTo>
                <a:lnTo>
                  <a:pt x="10867112" y="940643"/>
                </a:lnTo>
                <a:cubicBezTo>
                  <a:pt x="10864884" y="929113"/>
                  <a:pt x="10867621" y="917815"/>
                  <a:pt x="10873764" y="908846"/>
                </a:cubicBezTo>
                <a:cubicBezTo>
                  <a:pt x="10879906" y="899879"/>
                  <a:pt x="10889453" y="893243"/>
                  <a:pt x="10901008" y="891156"/>
                </a:cubicBezTo>
                <a:close/>
                <a:moveTo>
                  <a:pt x="172688" y="813612"/>
                </a:moveTo>
                <a:cubicBezTo>
                  <a:pt x="121825" y="813612"/>
                  <a:pt x="80391" y="855047"/>
                  <a:pt x="80391" y="905910"/>
                </a:cubicBezTo>
                <a:cubicBezTo>
                  <a:pt x="80391" y="956774"/>
                  <a:pt x="121825" y="998207"/>
                  <a:pt x="172688" y="998207"/>
                </a:cubicBezTo>
                <a:cubicBezTo>
                  <a:pt x="223552" y="998207"/>
                  <a:pt x="264985" y="956774"/>
                  <a:pt x="264985" y="905910"/>
                </a:cubicBezTo>
                <a:cubicBezTo>
                  <a:pt x="264985" y="854951"/>
                  <a:pt x="223552" y="813612"/>
                  <a:pt x="172688" y="813612"/>
                </a:cubicBezTo>
                <a:close/>
                <a:moveTo>
                  <a:pt x="172688" y="733127"/>
                </a:moveTo>
                <a:cubicBezTo>
                  <a:pt x="267938" y="733127"/>
                  <a:pt x="345376" y="810565"/>
                  <a:pt x="345376" y="905814"/>
                </a:cubicBezTo>
                <a:cubicBezTo>
                  <a:pt x="345376" y="1001065"/>
                  <a:pt x="267938" y="1078503"/>
                  <a:pt x="172688" y="1078503"/>
                </a:cubicBezTo>
                <a:cubicBezTo>
                  <a:pt x="77438" y="1078503"/>
                  <a:pt x="0" y="1001065"/>
                  <a:pt x="0" y="905814"/>
                </a:cubicBezTo>
                <a:cubicBezTo>
                  <a:pt x="0" y="810565"/>
                  <a:pt x="77438" y="733127"/>
                  <a:pt x="172688" y="733127"/>
                </a:cubicBezTo>
                <a:close/>
                <a:moveTo>
                  <a:pt x="1423185" y="261163"/>
                </a:moveTo>
                <a:cubicBezTo>
                  <a:pt x="1372322" y="261163"/>
                  <a:pt x="1330888" y="302597"/>
                  <a:pt x="1330888" y="353460"/>
                </a:cubicBezTo>
                <a:cubicBezTo>
                  <a:pt x="1330888" y="404324"/>
                  <a:pt x="1372322" y="445758"/>
                  <a:pt x="1423185" y="445758"/>
                </a:cubicBezTo>
                <a:cubicBezTo>
                  <a:pt x="1474049" y="445758"/>
                  <a:pt x="1515482" y="404324"/>
                  <a:pt x="1515482" y="353460"/>
                </a:cubicBezTo>
                <a:cubicBezTo>
                  <a:pt x="1515482" y="302502"/>
                  <a:pt x="1474049" y="261163"/>
                  <a:pt x="1423185" y="261163"/>
                </a:cubicBezTo>
                <a:close/>
                <a:moveTo>
                  <a:pt x="1423185" y="180677"/>
                </a:moveTo>
                <a:cubicBezTo>
                  <a:pt x="1518435" y="180677"/>
                  <a:pt x="1595873" y="258115"/>
                  <a:pt x="1595873" y="353365"/>
                </a:cubicBezTo>
                <a:cubicBezTo>
                  <a:pt x="1595873" y="448615"/>
                  <a:pt x="1518435" y="526053"/>
                  <a:pt x="1423185" y="526053"/>
                </a:cubicBezTo>
                <a:cubicBezTo>
                  <a:pt x="1327935" y="526053"/>
                  <a:pt x="1250497" y="448615"/>
                  <a:pt x="1250497" y="353365"/>
                </a:cubicBezTo>
                <a:cubicBezTo>
                  <a:pt x="1250497" y="258115"/>
                  <a:pt x="1327935" y="180677"/>
                  <a:pt x="1423185" y="180677"/>
                </a:cubicBezTo>
                <a:close/>
                <a:moveTo>
                  <a:pt x="11638869" y="156482"/>
                </a:moveTo>
                <a:lnTo>
                  <a:pt x="11361893" y="208272"/>
                </a:lnTo>
                <a:lnTo>
                  <a:pt x="11545241" y="422295"/>
                </a:lnTo>
                <a:close/>
                <a:moveTo>
                  <a:pt x="559506" y="45390"/>
                </a:moveTo>
                <a:cubicBezTo>
                  <a:pt x="569793" y="45390"/>
                  <a:pt x="580080" y="49319"/>
                  <a:pt x="587938" y="57177"/>
                </a:cubicBezTo>
                <a:lnTo>
                  <a:pt x="673711" y="142950"/>
                </a:lnTo>
                <a:lnTo>
                  <a:pt x="759388" y="57273"/>
                </a:lnTo>
                <a:cubicBezTo>
                  <a:pt x="767246" y="49415"/>
                  <a:pt x="777533" y="45486"/>
                  <a:pt x="787820" y="45487"/>
                </a:cubicBezTo>
                <a:cubicBezTo>
                  <a:pt x="798107" y="45486"/>
                  <a:pt x="808394" y="49415"/>
                  <a:pt x="816252" y="57273"/>
                </a:cubicBezTo>
                <a:cubicBezTo>
                  <a:pt x="831969" y="72989"/>
                  <a:pt x="831969" y="98421"/>
                  <a:pt x="816252" y="114137"/>
                </a:cubicBezTo>
                <a:lnTo>
                  <a:pt x="730576" y="199814"/>
                </a:lnTo>
                <a:lnTo>
                  <a:pt x="816348" y="285586"/>
                </a:lnTo>
                <a:cubicBezTo>
                  <a:pt x="832064" y="301303"/>
                  <a:pt x="832064" y="326734"/>
                  <a:pt x="816348" y="342451"/>
                </a:cubicBezTo>
                <a:cubicBezTo>
                  <a:pt x="808442" y="350356"/>
                  <a:pt x="798155" y="354262"/>
                  <a:pt x="787868" y="354262"/>
                </a:cubicBezTo>
                <a:cubicBezTo>
                  <a:pt x="777581" y="354262"/>
                  <a:pt x="767294" y="350356"/>
                  <a:pt x="759484" y="342451"/>
                </a:cubicBezTo>
                <a:lnTo>
                  <a:pt x="673711" y="256679"/>
                </a:lnTo>
                <a:lnTo>
                  <a:pt x="587843" y="342547"/>
                </a:lnTo>
                <a:cubicBezTo>
                  <a:pt x="580033" y="350357"/>
                  <a:pt x="569745" y="354262"/>
                  <a:pt x="559459" y="354262"/>
                </a:cubicBezTo>
                <a:cubicBezTo>
                  <a:pt x="549171" y="354262"/>
                  <a:pt x="538884" y="350357"/>
                  <a:pt x="531074" y="342451"/>
                </a:cubicBezTo>
                <a:cubicBezTo>
                  <a:pt x="515358" y="326735"/>
                  <a:pt x="515358" y="301303"/>
                  <a:pt x="531074" y="285587"/>
                </a:cubicBezTo>
                <a:lnTo>
                  <a:pt x="616847" y="199814"/>
                </a:lnTo>
                <a:lnTo>
                  <a:pt x="531074" y="114041"/>
                </a:lnTo>
                <a:cubicBezTo>
                  <a:pt x="515358" y="98325"/>
                  <a:pt x="515358" y="72893"/>
                  <a:pt x="531074" y="57177"/>
                </a:cubicBezTo>
                <a:cubicBezTo>
                  <a:pt x="538932" y="49319"/>
                  <a:pt x="549219" y="45390"/>
                  <a:pt x="559506" y="45390"/>
                </a:cubicBezTo>
                <a:close/>
                <a:moveTo>
                  <a:pt x="11729636" y="1162"/>
                </a:moveTo>
                <a:cubicBezTo>
                  <a:pt x="11753595" y="-3318"/>
                  <a:pt x="11777924" y="5342"/>
                  <a:pt x="11793775" y="23814"/>
                </a:cubicBezTo>
                <a:cubicBezTo>
                  <a:pt x="11809628" y="42286"/>
                  <a:pt x="11814268" y="67720"/>
                  <a:pt x="11806253" y="90539"/>
                </a:cubicBezTo>
                <a:lnTo>
                  <a:pt x="11634334" y="578398"/>
                </a:lnTo>
                <a:cubicBezTo>
                  <a:pt x="11626228" y="601349"/>
                  <a:pt x="11606539" y="618125"/>
                  <a:pt x="11582713" y="622695"/>
                </a:cubicBezTo>
                <a:cubicBezTo>
                  <a:pt x="11558754" y="627175"/>
                  <a:pt x="11534425" y="618516"/>
                  <a:pt x="11518573" y="600043"/>
                </a:cubicBezTo>
                <a:lnTo>
                  <a:pt x="11181992" y="207265"/>
                </a:lnTo>
                <a:cubicBezTo>
                  <a:pt x="11166139" y="188794"/>
                  <a:pt x="11161500" y="163358"/>
                  <a:pt x="11169514" y="140540"/>
                </a:cubicBezTo>
                <a:cubicBezTo>
                  <a:pt x="11177621" y="117587"/>
                  <a:pt x="11197311" y="100814"/>
                  <a:pt x="11221136" y="96242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rotWithShape="0" algn="tl" dir="2700000" dist="38100">
              <a:schemeClr val="dk1">
                <a:alpha val="6666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PPTMON slide">
  <p:cSld name="8_PPTMON slide">
    <p:bg>
      <p:bgPr>
        <a:solidFill>
          <a:srgbClr val="FFDF00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2"/>
          <p:cNvSpPr/>
          <p:nvPr>
            <p:ph idx="2" type="pic"/>
          </p:nvPr>
        </p:nvSpPr>
        <p:spPr>
          <a:xfrm>
            <a:off x="5051183" y="2410623"/>
            <a:ext cx="2089634" cy="2089632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16" name="Google Shape;116;p12"/>
          <p:cNvSpPr/>
          <p:nvPr>
            <p:ph idx="3" type="pic"/>
          </p:nvPr>
        </p:nvSpPr>
        <p:spPr>
          <a:xfrm>
            <a:off x="1607054" y="2410623"/>
            <a:ext cx="2089634" cy="2089632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17" name="Google Shape;117;p12"/>
          <p:cNvSpPr/>
          <p:nvPr>
            <p:ph idx="4" type="pic"/>
          </p:nvPr>
        </p:nvSpPr>
        <p:spPr>
          <a:xfrm>
            <a:off x="8495312" y="2410623"/>
            <a:ext cx="2089634" cy="2089632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pic>
        <p:nvPicPr>
          <p:cNvPr id="118" name="Google Shape;118;p1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29909" r="0" t="0"/>
          <a:stretch/>
        </p:blipFill>
        <p:spPr>
          <a:xfrm>
            <a:off x="5771192" y="6908968"/>
            <a:ext cx="2239204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2">
            <a:hlinkClick r:id="rId4"/>
          </p:cNvPr>
          <p:cNvSpPr txBox="1"/>
          <p:nvPr/>
        </p:nvSpPr>
        <p:spPr>
          <a:xfrm>
            <a:off x="4181605" y="6964689"/>
            <a:ext cx="2690631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Presentation template by</a:t>
            </a:r>
            <a:endParaRPr sz="1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2"/>
          <p:cNvSpPr/>
          <p:nvPr/>
        </p:nvSpPr>
        <p:spPr>
          <a:xfrm flipH="1">
            <a:off x="169183" y="152227"/>
            <a:ext cx="11810107" cy="6665555"/>
          </a:xfrm>
          <a:custGeom>
            <a:rect b="b" l="l" r="r" t="t"/>
            <a:pathLst>
              <a:path extrusionOk="0" h="6665555" w="11810107">
                <a:moveTo>
                  <a:pt x="2271373" y="6386727"/>
                </a:moveTo>
                <a:lnTo>
                  <a:pt x="2110401" y="6429875"/>
                </a:lnTo>
                <a:lnTo>
                  <a:pt x="2228225" y="6547699"/>
                </a:lnTo>
                <a:close/>
                <a:moveTo>
                  <a:pt x="2317760" y="6291096"/>
                </a:moveTo>
                <a:cubicBezTo>
                  <a:pt x="2331666" y="6287381"/>
                  <a:pt x="2346431" y="6291381"/>
                  <a:pt x="2356622" y="6301478"/>
                </a:cubicBezTo>
                <a:cubicBezTo>
                  <a:pt x="2366814" y="6311670"/>
                  <a:pt x="2370720" y="6326433"/>
                  <a:pt x="2367004" y="6340340"/>
                </a:cubicBezTo>
                <a:lnTo>
                  <a:pt x="2287851" y="6635805"/>
                </a:lnTo>
                <a:cubicBezTo>
                  <a:pt x="2284138" y="6649712"/>
                  <a:pt x="2273279" y="6660475"/>
                  <a:pt x="2259467" y="6664190"/>
                </a:cubicBezTo>
                <a:cubicBezTo>
                  <a:pt x="2245560" y="6667905"/>
                  <a:pt x="2230797" y="6663904"/>
                  <a:pt x="2220605" y="6653808"/>
                </a:cubicBezTo>
                <a:lnTo>
                  <a:pt x="2004293" y="6437495"/>
                </a:lnTo>
                <a:cubicBezTo>
                  <a:pt x="1994100" y="6427303"/>
                  <a:pt x="1990195" y="6412539"/>
                  <a:pt x="1993910" y="6398633"/>
                </a:cubicBezTo>
                <a:cubicBezTo>
                  <a:pt x="1997624" y="6384726"/>
                  <a:pt x="2008483" y="6373963"/>
                  <a:pt x="2022294" y="6370248"/>
                </a:cubicBezTo>
                <a:close/>
                <a:moveTo>
                  <a:pt x="8947335" y="6273153"/>
                </a:moveTo>
                <a:cubicBezTo>
                  <a:pt x="8957622" y="6273153"/>
                  <a:pt x="8967909" y="6277058"/>
                  <a:pt x="8975720" y="6284964"/>
                </a:cubicBezTo>
                <a:lnTo>
                  <a:pt x="9061492" y="6370736"/>
                </a:lnTo>
                <a:lnTo>
                  <a:pt x="9147360" y="6284868"/>
                </a:lnTo>
                <a:cubicBezTo>
                  <a:pt x="9155171" y="6277058"/>
                  <a:pt x="9165458" y="6273153"/>
                  <a:pt x="9175745" y="6273153"/>
                </a:cubicBezTo>
                <a:cubicBezTo>
                  <a:pt x="9186032" y="6273153"/>
                  <a:pt x="9196319" y="6277058"/>
                  <a:pt x="9204129" y="6284964"/>
                </a:cubicBezTo>
                <a:cubicBezTo>
                  <a:pt x="9219846" y="6300680"/>
                  <a:pt x="9219846" y="6326112"/>
                  <a:pt x="9204129" y="6341828"/>
                </a:cubicBezTo>
                <a:lnTo>
                  <a:pt x="9118356" y="6427601"/>
                </a:lnTo>
                <a:lnTo>
                  <a:pt x="9204129" y="6513373"/>
                </a:lnTo>
                <a:cubicBezTo>
                  <a:pt x="9219846" y="6529089"/>
                  <a:pt x="9219846" y="6554521"/>
                  <a:pt x="9204129" y="6570238"/>
                </a:cubicBezTo>
                <a:cubicBezTo>
                  <a:pt x="9188413" y="6585954"/>
                  <a:pt x="9162981" y="6585954"/>
                  <a:pt x="9147265" y="6570238"/>
                </a:cubicBezTo>
                <a:lnTo>
                  <a:pt x="9061528" y="6484429"/>
                </a:lnTo>
                <a:lnTo>
                  <a:pt x="8975815" y="6570142"/>
                </a:lnTo>
                <a:cubicBezTo>
                  <a:pt x="8960099" y="6585858"/>
                  <a:pt x="8934667" y="6585858"/>
                  <a:pt x="8918951" y="6570142"/>
                </a:cubicBezTo>
                <a:cubicBezTo>
                  <a:pt x="8903235" y="6554426"/>
                  <a:pt x="8903235" y="6528994"/>
                  <a:pt x="8918951" y="6513278"/>
                </a:cubicBezTo>
                <a:lnTo>
                  <a:pt x="9004688" y="6427541"/>
                </a:lnTo>
                <a:lnTo>
                  <a:pt x="8918951" y="6341733"/>
                </a:lnTo>
                <a:cubicBezTo>
                  <a:pt x="8903235" y="6326016"/>
                  <a:pt x="8903235" y="6300585"/>
                  <a:pt x="8918951" y="6284868"/>
                </a:cubicBezTo>
                <a:cubicBezTo>
                  <a:pt x="8926761" y="6277058"/>
                  <a:pt x="8937048" y="6273153"/>
                  <a:pt x="8947335" y="6273153"/>
                </a:cubicBezTo>
                <a:close/>
                <a:moveTo>
                  <a:pt x="291228" y="6237846"/>
                </a:moveTo>
                <a:cubicBezTo>
                  <a:pt x="340030" y="6237846"/>
                  <a:pt x="379360" y="6277382"/>
                  <a:pt x="379360" y="6326185"/>
                </a:cubicBezTo>
                <a:cubicBezTo>
                  <a:pt x="379360" y="6374987"/>
                  <a:pt x="339824" y="6414523"/>
                  <a:pt x="291022" y="6414523"/>
                </a:cubicBezTo>
                <a:cubicBezTo>
                  <a:pt x="242220" y="6414523"/>
                  <a:pt x="202889" y="6374987"/>
                  <a:pt x="202889" y="6326185"/>
                </a:cubicBezTo>
                <a:cubicBezTo>
                  <a:pt x="202889" y="6277382"/>
                  <a:pt x="242425" y="6237846"/>
                  <a:pt x="291228" y="6237846"/>
                </a:cubicBezTo>
                <a:close/>
                <a:moveTo>
                  <a:pt x="11549050" y="6167171"/>
                </a:moveTo>
                <a:lnTo>
                  <a:pt x="11505902" y="6328144"/>
                </a:lnTo>
                <a:lnTo>
                  <a:pt x="11666875" y="6284996"/>
                </a:lnTo>
                <a:close/>
                <a:moveTo>
                  <a:pt x="11517808" y="6050681"/>
                </a:moveTo>
                <a:cubicBezTo>
                  <a:pt x="11531715" y="6046966"/>
                  <a:pt x="11546478" y="6050966"/>
                  <a:pt x="11556670" y="6061063"/>
                </a:cubicBezTo>
                <a:lnTo>
                  <a:pt x="11772983" y="6277376"/>
                </a:lnTo>
                <a:cubicBezTo>
                  <a:pt x="11783175" y="6287567"/>
                  <a:pt x="11787080" y="6302331"/>
                  <a:pt x="11783365" y="6316238"/>
                </a:cubicBezTo>
                <a:cubicBezTo>
                  <a:pt x="11779650" y="6330144"/>
                  <a:pt x="11768792" y="6340908"/>
                  <a:pt x="11754981" y="6344622"/>
                </a:cubicBezTo>
                <a:lnTo>
                  <a:pt x="11459515" y="6423775"/>
                </a:lnTo>
                <a:cubicBezTo>
                  <a:pt x="11445609" y="6427490"/>
                  <a:pt x="11430845" y="6423489"/>
                  <a:pt x="11420653" y="6413393"/>
                </a:cubicBezTo>
                <a:cubicBezTo>
                  <a:pt x="11410461" y="6403201"/>
                  <a:pt x="11406556" y="6388437"/>
                  <a:pt x="11410271" y="6374531"/>
                </a:cubicBezTo>
                <a:lnTo>
                  <a:pt x="11489424" y="6079065"/>
                </a:lnTo>
                <a:cubicBezTo>
                  <a:pt x="11493138" y="6065159"/>
                  <a:pt x="11503997" y="6054395"/>
                  <a:pt x="11517808" y="6050681"/>
                </a:cubicBezTo>
                <a:close/>
                <a:moveTo>
                  <a:pt x="8239165" y="5990893"/>
                </a:moveTo>
                <a:cubicBezTo>
                  <a:pt x="8261739" y="5990893"/>
                  <a:pt x="8280027" y="6009181"/>
                  <a:pt x="8280027" y="6031755"/>
                </a:cubicBezTo>
                <a:cubicBezTo>
                  <a:pt x="8280027" y="6054329"/>
                  <a:pt x="8261739" y="6072617"/>
                  <a:pt x="8239165" y="6072617"/>
                </a:cubicBezTo>
                <a:cubicBezTo>
                  <a:pt x="8216591" y="6072617"/>
                  <a:pt x="8198303" y="6054329"/>
                  <a:pt x="8198303" y="6031755"/>
                </a:cubicBezTo>
                <a:cubicBezTo>
                  <a:pt x="8198303" y="6009181"/>
                  <a:pt x="8216591" y="5990893"/>
                  <a:pt x="8239165" y="5990893"/>
                </a:cubicBezTo>
                <a:close/>
                <a:moveTo>
                  <a:pt x="1262319" y="5905577"/>
                </a:moveTo>
                <a:cubicBezTo>
                  <a:pt x="1152358" y="5905577"/>
                  <a:pt x="1062784" y="5995151"/>
                  <a:pt x="1062784" y="6105112"/>
                </a:cubicBezTo>
                <a:cubicBezTo>
                  <a:pt x="1062784" y="6215072"/>
                  <a:pt x="1152358" y="6304646"/>
                  <a:pt x="1262319" y="6304646"/>
                </a:cubicBezTo>
                <a:cubicBezTo>
                  <a:pt x="1372279" y="6304646"/>
                  <a:pt x="1461853" y="6215072"/>
                  <a:pt x="1461853" y="6105112"/>
                </a:cubicBezTo>
                <a:cubicBezTo>
                  <a:pt x="1461647" y="5995151"/>
                  <a:pt x="1372279" y="5905577"/>
                  <a:pt x="1262319" y="5905577"/>
                </a:cubicBezTo>
                <a:close/>
                <a:moveTo>
                  <a:pt x="1262319" y="5731783"/>
                </a:moveTo>
                <a:cubicBezTo>
                  <a:pt x="1468236" y="5731783"/>
                  <a:pt x="1635648" y="5899194"/>
                  <a:pt x="1635648" y="6105112"/>
                </a:cubicBezTo>
                <a:cubicBezTo>
                  <a:pt x="1635648" y="6311029"/>
                  <a:pt x="1468030" y="6478441"/>
                  <a:pt x="1262319" y="6478441"/>
                </a:cubicBezTo>
                <a:cubicBezTo>
                  <a:pt x="1056401" y="6478441"/>
                  <a:pt x="888990" y="6310823"/>
                  <a:pt x="888990" y="6105112"/>
                </a:cubicBezTo>
                <a:cubicBezTo>
                  <a:pt x="888990" y="5899400"/>
                  <a:pt x="1056401" y="5731783"/>
                  <a:pt x="1262319" y="5731783"/>
                </a:cubicBezTo>
                <a:close/>
                <a:moveTo>
                  <a:pt x="290552" y="5006411"/>
                </a:moveTo>
                <a:cubicBezTo>
                  <a:pt x="299628" y="5006575"/>
                  <a:pt x="308818" y="5008518"/>
                  <a:pt x="317621" y="5012431"/>
                </a:cubicBezTo>
                <a:lnTo>
                  <a:pt x="745724" y="5203521"/>
                </a:lnTo>
                <a:cubicBezTo>
                  <a:pt x="780936" y="5219171"/>
                  <a:pt x="796791" y="5260561"/>
                  <a:pt x="781142" y="5295979"/>
                </a:cubicBezTo>
                <a:cubicBezTo>
                  <a:pt x="769404" y="5321924"/>
                  <a:pt x="743871" y="5337368"/>
                  <a:pt x="717101" y="5337368"/>
                </a:cubicBezTo>
                <a:cubicBezTo>
                  <a:pt x="707629" y="5337368"/>
                  <a:pt x="697951" y="5335309"/>
                  <a:pt x="688685" y="5331190"/>
                </a:cubicBezTo>
                <a:lnTo>
                  <a:pt x="260580" y="5140305"/>
                </a:lnTo>
                <a:cubicBezTo>
                  <a:pt x="225368" y="5124449"/>
                  <a:pt x="209513" y="5083060"/>
                  <a:pt x="225368" y="5047849"/>
                </a:cubicBezTo>
                <a:cubicBezTo>
                  <a:pt x="237106" y="5021440"/>
                  <a:pt x="263322" y="5005918"/>
                  <a:pt x="290552" y="5006411"/>
                </a:cubicBezTo>
                <a:close/>
                <a:moveTo>
                  <a:pt x="437697" y="1550240"/>
                </a:moveTo>
                <a:cubicBezTo>
                  <a:pt x="460271" y="1550240"/>
                  <a:pt x="478559" y="1568528"/>
                  <a:pt x="478559" y="1591102"/>
                </a:cubicBezTo>
                <a:cubicBezTo>
                  <a:pt x="478559" y="1613676"/>
                  <a:pt x="460271" y="1631964"/>
                  <a:pt x="437697" y="1631964"/>
                </a:cubicBezTo>
                <a:cubicBezTo>
                  <a:pt x="415123" y="1631964"/>
                  <a:pt x="396835" y="1613676"/>
                  <a:pt x="396835" y="1591102"/>
                </a:cubicBezTo>
                <a:cubicBezTo>
                  <a:pt x="396835" y="1568528"/>
                  <a:pt x="415123" y="1550240"/>
                  <a:pt x="437697" y="1550240"/>
                </a:cubicBezTo>
                <a:close/>
                <a:moveTo>
                  <a:pt x="10901008" y="891156"/>
                </a:moveTo>
                <a:cubicBezTo>
                  <a:pt x="10924093" y="886839"/>
                  <a:pt x="10946262" y="902024"/>
                  <a:pt x="10950579" y="925109"/>
                </a:cubicBezTo>
                <a:lnTo>
                  <a:pt x="10974128" y="1051050"/>
                </a:lnTo>
                <a:lnTo>
                  <a:pt x="11100038" y="1027480"/>
                </a:lnTo>
                <a:cubicBezTo>
                  <a:pt x="11123122" y="1023164"/>
                  <a:pt x="11145292" y="1038348"/>
                  <a:pt x="11149608" y="1061433"/>
                </a:cubicBezTo>
                <a:cubicBezTo>
                  <a:pt x="11153924" y="1084517"/>
                  <a:pt x="11138740" y="1106686"/>
                  <a:pt x="11115655" y="1111003"/>
                </a:cubicBezTo>
                <a:lnTo>
                  <a:pt x="10989740" y="1134547"/>
                </a:lnTo>
                <a:lnTo>
                  <a:pt x="11013284" y="1260462"/>
                </a:lnTo>
                <a:cubicBezTo>
                  <a:pt x="11017600" y="1283547"/>
                  <a:pt x="11002415" y="1305716"/>
                  <a:pt x="10979331" y="1310033"/>
                </a:cubicBezTo>
                <a:cubicBezTo>
                  <a:pt x="10956247" y="1314349"/>
                  <a:pt x="10934077" y="1299164"/>
                  <a:pt x="10929761" y="1276080"/>
                </a:cubicBezTo>
                <a:lnTo>
                  <a:pt x="10906243" y="1150160"/>
                </a:lnTo>
                <a:lnTo>
                  <a:pt x="10780162" y="1173735"/>
                </a:lnTo>
                <a:cubicBezTo>
                  <a:pt x="10757077" y="1178051"/>
                  <a:pt x="10734907" y="1162866"/>
                  <a:pt x="10730591" y="1139782"/>
                </a:cubicBezTo>
                <a:cubicBezTo>
                  <a:pt x="10728502" y="1128226"/>
                  <a:pt x="10731241" y="1116927"/>
                  <a:pt x="10737383" y="1107960"/>
                </a:cubicBezTo>
                <a:cubicBezTo>
                  <a:pt x="10743525" y="1098992"/>
                  <a:pt x="10753071" y="1092356"/>
                  <a:pt x="10764627" y="1090268"/>
                </a:cubicBezTo>
                <a:lnTo>
                  <a:pt x="10890651" y="1066677"/>
                </a:lnTo>
                <a:lnTo>
                  <a:pt x="10867112" y="940643"/>
                </a:lnTo>
                <a:cubicBezTo>
                  <a:pt x="10864884" y="929113"/>
                  <a:pt x="10867621" y="917815"/>
                  <a:pt x="10873764" y="908846"/>
                </a:cubicBezTo>
                <a:cubicBezTo>
                  <a:pt x="10879906" y="899879"/>
                  <a:pt x="10889453" y="893243"/>
                  <a:pt x="10901008" y="891156"/>
                </a:cubicBezTo>
                <a:close/>
                <a:moveTo>
                  <a:pt x="172688" y="813612"/>
                </a:moveTo>
                <a:cubicBezTo>
                  <a:pt x="121825" y="813612"/>
                  <a:pt x="80391" y="855047"/>
                  <a:pt x="80391" y="905910"/>
                </a:cubicBezTo>
                <a:cubicBezTo>
                  <a:pt x="80391" y="956774"/>
                  <a:pt x="121825" y="998207"/>
                  <a:pt x="172688" y="998207"/>
                </a:cubicBezTo>
                <a:cubicBezTo>
                  <a:pt x="223552" y="998207"/>
                  <a:pt x="264985" y="956774"/>
                  <a:pt x="264985" y="905910"/>
                </a:cubicBezTo>
                <a:cubicBezTo>
                  <a:pt x="264985" y="854951"/>
                  <a:pt x="223552" y="813612"/>
                  <a:pt x="172688" y="813612"/>
                </a:cubicBezTo>
                <a:close/>
                <a:moveTo>
                  <a:pt x="172688" y="733127"/>
                </a:moveTo>
                <a:cubicBezTo>
                  <a:pt x="267938" y="733127"/>
                  <a:pt x="345376" y="810565"/>
                  <a:pt x="345376" y="905814"/>
                </a:cubicBezTo>
                <a:cubicBezTo>
                  <a:pt x="345376" y="1001065"/>
                  <a:pt x="267938" y="1078503"/>
                  <a:pt x="172688" y="1078503"/>
                </a:cubicBezTo>
                <a:cubicBezTo>
                  <a:pt x="77438" y="1078503"/>
                  <a:pt x="0" y="1001065"/>
                  <a:pt x="0" y="905814"/>
                </a:cubicBezTo>
                <a:cubicBezTo>
                  <a:pt x="0" y="810565"/>
                  <a:pt x="77438" y="733127"/>
                  <a:pt x="172688" y="733127"/>
                </a:cubicBezTo>
                <a:close/>
                <a:moveTo>
                  <a:pt x="1423185" y="261163"/>
                </a:moveTo>
                <a:cubicBezTo>
                  <a:pt x="1372322" y="261163"/>
                  <a:pt x="1330888" y="302597"/>
                  <a:pt x="1330888" y="353460"/>
                </a:cubicBezTo>
                <a:cubicBezTo>
                  <a:pt x="1330888" y="404324"/>
                  <a:pt x="1372322" y="445758"/>
                  <a:pt x="1423185" y="445758"/>
                </a:cubicBezTo>
                <a:cubicBezTo>
                  <a:pt x="1474049" y="445758"/>
                  <a:pt x="1515482" y="404324"/>
                  <a:pt x="1515482" y="353460"/>
                </a:cubicBezTo>
                <a:cubicBezTo>
                  <a:pt x="1515482" y="302502"/>
                  <a:pt x="1474049" y="261163"/>
                  <a:pt x="1423185" y="261163"/>
                </a:cubicBezTo>
                <a:close/>
                <a:moveTo>
                  <a:pt x="1423185" y="180677"/>
                </a:moveTo>
                <a:cubicBezTo>
                  <a:pt x="1518435" y="180677"/>
                  <a:pt x="1595873" y="258115"/>
                  <a:pt x="1595873" y="353365"/>
                </a:cubicBezTo>
                <a:cubicBezTo>
                  <a:pt x="1595873" y="448615"/>
                  <a:pt x="1518435" y="526053"/>
                  <a:pt x="1423185" y="526053"/>
                </a:cubicBezTo>
                <a:cubicBezTo>
                  <a:pt x="1327935" y="526053"/>
                  <a:pt x="1250497" y="448615"/>
                  <a:pt x="1250497" y="353365"/>
                </a:cubicBezTo>
                <a:cubicBezTo>
                  <a:pt x="1250497" y="258115"/>
                  <a:pt x="1327935" y="180677"/>
                  <a:pt x="1423185" y="180677"/>
                </a:cubicBezTo>
                <a:close/>
                <a:moveTo>
                  <a:pt x="11638869" y="156482"/>
                </a:moveTo>
                <a:lnTo>
                  <a:pt x="11361893" y="208272"/>
                </a:lnTo>
                <a:lnTo>
                  <a:pt x="11545241" y="422295"/>
                </a:lnTo>
                <a:close/>
                <a:moveTo>
                  <a:pt x="559506" y="45390"/>
                </a:moveTo>
                <a:cubicBezTo>
                  <a:pt x="569793" y="45390"/>
                  <a:pt x="580080" y="49319"/>
                  <a:pt x="587938" y="57177"/>
                </a:cubicBezTo>
                <a:lnTo>
                  <a:pt x="673711" y="142950"/>
                </a:lnTo>
                <a:lnTo>
                  <a:pt x="759388" y="57273"/>
                </a:lnTo>
                <a:cubicBezTo>
                  <a:pt x="767246" y="49415"/>
                  <a:pt x="777533" y="45486"/>
                  <a:pt x="787820" y="45487"/>
                </a:cubicBezTo>
                <a:cubicBezTo>
                  <a:pt x="798107" y="45486"/>
                  <a:pt x="808394" y="49415"/>
                  <a:pt x="816252" y="57273"/>
                </a:cubicBezTo>
                <a:cubicBezTo>
                  <a:pt x="831969" y="72989"/>
                  <a:pt x="831969" y="98421"/>
                  <a:pt x="816252" y="114137"/>
                </a:cubicBezTo>
                <a:lnTo>
                  <a:pt x="730576" y="199814"/>
                </a:lnTo>
                <a:lnTo>
                  <a:pt x="816348" y="285586"/>
                </a:lnTo>
                <a:cubicBezTo>
                  <a:pt x="832064" y="301303"/>
                  <a:pt x="832064" y="326734"/>
                  <a:pt x="816348" y="342451"/>
                </a:cubicBezTo>
                <a:cubicBezTo>
                  <a:pt x="808442" y="350356"/>
                  <a:pt x="798155" y="354262"/>
                  <a:pt x="787868" y="354262"/>
                </a:cubicBezTo>
                <a:cubicBezTo>
                  <a:pt x="777581" y="354262"/>
                  <a:pt x="767294" y="350356"/>
                  <a:pt x="759484" y="342451"/>
                </a:cubicBezTo>
                <a:lnTo>
                  <a:pt x="673711" y="256679"/>
                </a:lnTo>
                <a:lnTo>
                  <a:pt x="587843" y="342547"/>
                </a:lnTo>
                <a:cubicBezTo>
                  <a:pt x="580033" y="350357"/>
                  <a:pt x="569745" y="354262"/>
                  <a:pt x="559459" y="354262"/>
                </a:cubicBezTo>
                <a:cubicBezTo>
                  <a:pt x="549171" y="354262"/>
                  <a:pt x="538884" y="350357"/>
                  <a:pt x="531074" y="342451"/>
                </a:cubicBezTo>
                <a:cubicBezTo>
                  <a:pt x="515358" y="326735"/>
                  <a:pt x="515358" y="301303"/>
                  <a:pt x="531074" y="285587"/>
                </a:cubicBezTo>
                <a:lnTo>
                  <a:pt x="616847" y="199814"/>
                </a:lnTo>
                <a:lnTo>
                  <a:pt x="531074" y="114041"/>
                </a:lnTo>
                <a:cubicBezTo>
                  <a:pt x="515358" y="98325"/>
                  <a:pt x="515358" y="72893"/>
                  <a:pt x="531074" y="57177"/>
                </a:cubicBezTo>
                <a:cubicBezTo>
                  <a:pt x="538932" y="49319"/>
                  <a:pt x="549219" y="45390"/>
                  <a:pt x="559506" y="45390"/>
                </a:cubicBezTo>
                <a:close/>
                <a:moveTo>
                  <a:pt x="11729636" y="1162"/>
                </a:moveTo>
                <a:cubicBezTo>
                  <a:pt x="11753595" y="-3318"/>
                  <a:pt x="11777924" y="5342"/>
                  <a:pt x="11793775" y="23814"/>
                </a:cubicBezTo>
                <a:cubicBezTo>
                  <a:pt x="11809628" y="42286"/>
                  <a:pt x="11814268" y="67720"/>
                  <a:pt x="11806253" y="90539"/>
                </a:cubicBezTo>
                <a:lnTo>
                  <a:pt x="11634334" y="578398"/>
                </a:lnTo>
                <a:cubicBezTo>
                  <a:pt x="11626228" y="601349"/>
                  <a:pt x="11606539" y="618125"/>
                  <a:pt x="11582713" y="622695"/>
                </a:cubicBezTo>
                <a:cubicBezTo>
                  <a:pt x="11558754" y="627175"/>
                  <a:pt x="11534425" y="618516"/>
                  <a:pt x="11518573" y="600043"/>
                </a:cubicBezTo>
                <a:lnTo>
                  <a:pt x="11181992" y="207265"/>
                </a:lnTo>
                <a:cubicBezTo>
                  <a:pt x="11166139" y="188794"/>
                  <a:pt x="11161500" y="163358"/>
                  <a:pt x="11169514" y="140540"/>
                </a:cubicBezTo>
                <a:cubicBezTo>
                  <a:pt x="11177621" y="117587"/>
                  <a:pt x="11197311" y="100814"/>
                  <a:pt x="11221136" y="96242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rotWithShape="0" algn="tl" dir="2700000" dist="38100">
              <a:schemeClr val="dk1">
                <a:alpha val="6666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PPTMON slide">
  <p:cSld name="9_PPTMON slide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3"/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rgbClr val="FFD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123" name="Google Shape;123;p13"/>
          <p:cNvSpPr/>
          <p:nvPr>
            <p:ph idx="2" type="pic"/>
          </p:nvPr>
        </p:nvSpPr>
        <p:spPr>
          <a:xfrm>
            <a:off x="4711700" y="2042927"/>
            <a:ext cx="2768600" cy="27686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124" name="Google Shape;124;p13"/>
          <p:cNvSpPr/>
          <p:nvPr>
            <p:ph idx="3" type="pic"/>
          </p:nvPr>
        </p:nvSpPr>
        <p:spPr>
          <a:xfrm>
            <a:off x="965200" y="2042927"/>
            <a:ext cx="2768600" cy="27686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125" name="Google Shape;125;p13"/>
          <p:cNvSpPr/>
          <p:nvPr>
            <p:ph idx="4" type="pic"/>
          </p:nvPr>
        </p:nvSpPr>
        <p:spPr>
          <a:xfrm>
            <a:off x="8458200" y="2042927"/>
            <a:ext cx="2768600" cy="27686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</p:sp>
      <p:pic>
        <p:nvPicPr>
          <p:cNvPr id="126" name="Google Shape;126;p1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29909" r="0" t="0"/>
          <a:stretch/>
        </p:blipFill>
        <p:spPr>
          <a:xfrm>
            <a:off x="5771192" y="6908968"/>
            <a:ext cx="2239204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3">
            <a:hlinkClick r:id="rId4"/>
          </p:cNvPr>
          <p:cNvSpPr txBox="1"/>
          <p:nvPr/>
        </p:nvSpPr>
        <p:spPr>
          <a:xfrm>
            <a:off x="4181605" y="6964689"/>
            <a:ext cx="2690631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Presentation template by</a:t>
            </a:r>
            <a:endParaRPr sz="1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3"/>
          <p:cNvSpPr/>
          <p:nvPr/>
        </p:nvSpPr>
        <p:spPr>
          <a:xfrm flipH="1" rot="10800000">
            <a:off x="169183" y="152227"/>
            <a:ext cx="11810107" cy="6665555"/>
          </a:xfrm>
          <a:custGeom>
            <a:rect b="b" l="l" r="r" t="t"/>
            <a:pathLst>
              <a:path extrusionOk="0" h="6665555" w="11810107">
                <a:moveTo>
                  <a:pt x="2271373" y="6386727"/>
                </a:moveTo>
                <a:lnTo>
                  <a:pt x="2110401" y="6429875"/>
                </a:lnTo>
                <a:lnTo>
                  <a:pt x="2228225" y="6547699"/>
                </a:lnTo>
                <a:close/>
                <a:moveTo>
                  <a:pt x="2317760" y="6291096"/>
                </a:moveTo>
                <a:cubicBezTo>
                  <a:pt x="2331666" y="6287381"/>
                  <a:pt x="2346431" y="6291381"/>
                  <a:pt x="2356622" y="6301478"/>
                </a:cubicBezTo>
                <a:cubicBezTo>
                  <a:pt x="2366814" y="6311670"/>
                  <a:pt x="2370720" y="6326433"/>
                  <a:pt x="2367004" y="6340340"/>
                </a:cubicBezTo>
                <a:lnTo>
                  <a:pt x="2287851" y="6635805"/>
                </a:lnTo>
                <a:cubicBezTo>
                  <a:pt x="2284138" y="6649712"/>
                  <a:pt x="2273279" y="6660475"/>
                  <a:pt x="2259467" y="6664190"/>
                </a:cubicBezTo>
                <a:cubicBezTo>
                  <a:pt x="2245560" y="6667905"/>
                  <a:pt x="2230797" y="6663904"/>
                  <a:pt x="2220605" y="6653808"/>
                </a:cubicBezTo>
                <a:lnTo>
                  <a:pt x="2004293" y="6437495"/>
                </a:lnTo>
                <a:cubicBezTo>
                  <a:pt x="1994100" y="6427303"/>
                  <a:pt x="1990195" y="6412539"/>
                  <a:pt x="1993910" y="6398633"/>
                </a:cubicBezTo>
                <a:cubicBezTo>
                  <a:pt x="1997624" y="6384726"/>
                  <a:pt x="2008483" y="6373963"/>
                  <a:pt x="2022294" y="6370248"/>
                </a:cubicBezTo>
                <a:close/>
                <a:moveTo>
                  <a:pt x="8947335" y="6273153"/>
                </a:moveTo>
                <a:cubicBezTo>
                  <a:pt x="8957622" y="6273153"/>
                  <a:pt x="8967909" y="6277058"/>
                  <a:pt x="8975720" y="6284964"/>
                </a:cubicBezTo>
                <a:lnTo>
                  <a:pt x="9061492" y="6370736"/>
                </a:lnTo>
                <a:lnTo>
                  <a:pt x="9147360" y="6284868"/>
                </a:lnTo>
                <a:cubicBezTo>
                  <a:pt x="9155171" y="6277058"/>
                  <a:pt x="9165458" y="6273153"/>
                  <a:pt x="9175745" y="6273153"/>
                </a:cubicBezTo>
                <a:cubicBezTo>
                  <a:pt x="9186032" y="6273153"/>
                  <a:pt x="9196319" y="6277058"/>
                  <a:pt x="9204129" y="6284964"/>
                </a:cubicBezTo>
                <a:cubicBezTo>
                  <a:pt x="9219846" y="6300680"/>
                  <a:pt x="9219846" y="6326112"/>
                  <a:pt x="9204129" y="6341828"/>
                </a:cubicBezTo>
                <a:lnTo>
                  <a:pt x="9118356" y="6427601"/>
                </a:lnTo>
                <a:lnTo>
                  <a:pt x="9204129" y="6513373"/>
                </a:lnTo>
                <a:cubicBezTo>
                  <a:pt x="9219846" y="6529089"/>
                  <a:pt x="9219846" y="6554521"/>
                  <a:pt x="9204129" y="6570238"/>
                </a:cubicBezTo>
                <a:cubicBezTo>
                  <a:pt x="9188413" y="6585954"/>
                  <a:pt x="9162981" y="6585954"/>
                  <a:pt x="9147265" y="6570238"/>
                </a:cubicBezTo>
                <a:lnTo>
                  <a:pt x="9061528" y="6484429"/>
                </a:lnTo>
                <a:lnTo>
                  <a:pt x="8975815" y="6570142"/>
                </a:lnTo>
                <a:cubicBezTo>
                  <a:pt x="8960099" y="6585858"/>
                  <a:pt x="8934667" y="6585858"/>
                  <a:pt x="8918951" y="6570142"/>
                </a:cubicBezTo>
                <a:cubicBezTo>
                  <a:pt x="8903235" y="6554426"/>
                  <a:pt x="8903235" y="6528994"/>
                  <a:pt x="8918951" y="6513278"/>
                </a:cubicBezTo>
                <a:lnTo>
                  <a:pt x="9004688" y="6427541"/>
                </a:lnTo>
                <a:lnTo>
                  <a:pt x="8918951" y="6341733"/>
                </a:lnTo>
                <a:cubicBezTo>
                  <a:pt x="8903235" y="6326016"/>
                  <a:pt x="8903235" y="6300585"/>
                  <a:pt x="8918951" y="6284868"/>
                </a:cubicBezTo>
                <a:cubicBezTo>
                  <a:pt x="8926761" y="6277058"/>
                  <a:pt x="8937048" y="6273153"/>
                  <a:pt x="8947335" y="6273153"/>
                </a:cubicBezTo>
                <a:close/>
                <a:moveTo>
                  <a:pt x="291228" y="6237846"/>
                </a:moveTo>
                <a:cubicBezTo>
                  <a:pt x="340030" y="6237846"/>
                  <a:pt x="379360" y="6277382"/>
                  <a:pt x="379360" y="6326185"/>
                </a:cubicBezTo>
                <a:cubicBezTo>
                  <a:pt x="379360" y="6374987"/>
                  <a:pt x="339824" y="6414523"/>
                  <a:pt x="291022" y="6414523"/>
                </a:cubicBezTo>
                <a:cubicBezTo>
                  <a:pt x="242220" y="6414523"/>
                  <a:pt x="202889" y="6374987"/>
                  <a:pt x="202889" y="6326185"/>
                </a:cubicBezTo>
                <a:cubicBezTo>
                  <a:pt x="202889" y="6277382"/>
                  <a:pt x="242425" y="6237846"/>
                  <a:pt x="291228" y="6237846"/>
                </a:cubicBezTo>
                <a:close/>
                <a:moveTo>
                  <a:pt x="11549050" y="6167171"/>
                </a:moveTo>
                <a:lnTo>
                  <a:pt x="11505902" y="6328144"/>
                </a:lnTo>
                <a:lnTo>
                  <a:pt x="11666875" y="6284996"/>
                </a:lnTo>
                <a:close/>
                <a:moveTo>
                  <a:pt x="11517808" y="6050681"/>
                </a:moveTo>
                <a:cubicBezTo>
                  <a:pt x="11531715" y="6046966"/>
                  <a:pt x="11546478" y="6050966"/>
                  <a:pt x="11556670" y="6061063"/>
                </a:cubicBezTo>
                <a:lnTo>
                  <a:pt x="11772983" y="6277376"/>
                </a:lnTo>
                <a:cubicBezTo>
                  <a:pt x="11783175" y="6287567"/>
                  <a:pt x="11787080" y="6302331"/>
                  <a:pt x="11783365" y="6316238"/>
                </a:cubicBezTo>
                <a:cubicBezTo>
                  <a:pt x="11779650" y="6330144"/>
                  <a:pt x="11768792" y="6340908"/>
                  <a:pt x="11754981" y="6344622"/>
                </a:cubicBezTo>
                <a:lnTo>
                  <a:pt x="11459515" y="6423775"/>
                </a:lnTo>
                <a:cubicBezTo>
                  <a:pt x="11445609" y="6427490"/>
                  <a:pt x="11430845" y="6423489"/>
                  <a:pt x="11420653" y="6413393"/>
                </a:cubicBezTo>
                <a:cubicBezTo>
                  <a:pt x="11410461" y="6403201"/>
                  <a:pt x="11406556" y="6388437"/>
                  <a:pt x="11410271" y="6374531"/>
                </a:cubicBezTo>
                <a:lnTo>
                  <a:pt x="11489424" y="6079065"/>
                </a:lnTo>
                <a:cubicBezTo>
                  <a:pt x="11493138" y="6065159"/>
                  <a:pt x="11503997" y="6054395"/>
                  <a:pt x="11517808" y="6050681"/>
                </a:cubicBezTo>
                <a:close/>
                <a:moveTo>
                  <a:pt x="8239165" y="5990893"/>
                </a:moveTo>
                <a:cubicBezTo>
                  <a:pt x="8261739" y="5990893"/>
                  <a:pt x="8280027" y="6009181"/>
                  <a:pt x="8280027" y="6031755"/>
                </a:cubicBezTo>
                <a:cubicBezTo>
                  <a:pt x="8280027" y="6054329"/>
                  <a:pt x="8261739" y="6072617"/>
                  <a:pt x="8239165" y="6072617"/>
                </a:cubicBezTo>
                <a:cubicBezTo>
                  <a:pt x="8216591" y="6072617"/>
                  <a:pt x="8198303" y="6054329"/>
                  <a:pt x="8198303" y="6031755"/>
                </a:cubicBezTo>
                <a:cubicBezTo>
                  <a:pt x="8198303" y="6009181"/>
                  <a:pt x="8216591" y="5990893"/>
                  <a:pt x="8239165" y="5990893"/>
                </a:cubicBezTo>
                <a:close/>
                <a:moveTo>
                  <a:pt x="1262319" y="5905577"/>
                </a:moveTo>
                <a:cubicBezTo>
                  <a:pt x="1152358" y="5905577"/>
                  <a:pt x="1062784" y="5995151"/>
                  <a:pt x="1062784" y="6105112"/>
                </a:cubicBezTo>
                <a:cubicBezTo>
                  <a:pt x="1062784" y="6215072"/>
                  <a:pt x="1152358" y="6304646"/>
                  <a:pt x="1262319" y="6304646"/>
                </a:cubicBezTo>
                <a:cubicBezTo>
                  <a:pt x="1372279" y="6304646"/>
                  <a:pt x="1461853" y="6215072"/>
                  <a:pt x="1461853" y="6105112"/>
                </a:cubicBezTo>
                <a:cubicBezTo>
                  <a:pt x="1461647" y="5995151"/>
                  <a:pt x="1372279" y="5905577"/>
                  <a:pt x="1262319" y="5905577"/>
                </a:cubicBezTo>
                <a:close/>
                <a:moveTo>
                  <a:pt x="1262319" y="5731783"/>
                </a:moveTo>
                <a:cubicBezTo>
                  <a:pt x="1468236" y="5731783"/>
                  <a:pt x="1635648" y="5899194"/>
                  <a:pt x="1635648" y="6105112"/>
                </a:cubicBezTo>
                <a:cubicBezTo>
                  <a:pt x="1635648" y="6311029"/>
                  <a:pt x="1468030" y="6478441"/>
                  <a:pt x="1262319" y="6478441"/>
                </a:cubicBezTo>
                <a:cubicBezTo>
                  <a:pt x="1056401" y="6478441"/>
                  <a:pt x="888990" y="6310823"/>
                  <a:pt x="888990" y="6105112"/>
                </a:cubicBezTo>
                <a:cubicBezTo>
                  <a:pt x="888990" y="5899400"/>
                  <a:pt x="1056401" y="5731783"/>
                  <a:pt x="1262319" y="5731783"/>
                </a:cubicBezTo>
                <a:close/>
                <a:moveTo>
                  <a:pt x="290552" y="5006411"/>
                </a:moveTo>
                <a:cubicBezTo>
                  <a:pt x="299628" y="5006575"/>
                  <a:pt x="308818" y="5008518"/>
                  <a:pt x="317621" y="5012431"/>
                </a:cubicBezTo>
                <a:lnTo>
                  <a:pt x="745724" y="5203521"/>
                </a:lnTo>
                <a:cubicBezTo>
                  <a:pt x="780936" y="5219171"/>
                  <a:pt x="796791" y="5260561"/>
                  <a:pt x="781142" y="5295979"/>
                </a:cubicBezTo>
                <a:cubicBezTo>
                  <a:pt x="769404" y="5321924"/>
                  <a:pt x="743871" y="5337368"/>
                  <a:pt x="717101" y="5337368"/>
                </a:cubicBezTo>
                <a:cubicBezTo>
                  <a:pt x="707629" y="5337368"/>
                  <a:pt x="697951" y="5335309"/>
                  <a:pt x="688685" y="5331190"/>
                </a:cubicBezTo>
                <a:lnTo>
                  <a:pt x="260580" y="5140305"/>
                </a:lnTo>
                <a:cubicBezTo>
                  <a:pt x="225368" y="5124449"/>
                  <a:pt x="209513" y="5083060"/>
                  <a:pt x="225368" y="5047849"/>
                </a:cubicBezTo>
                <a:cubicBezTo>
                  <a:pt x="237106" y="5021440"/>
                  <a:pt x="263322" y="5005918"/>
                  <a:pt x="290552" y="5006411"/>
                </a:cubicBezTo>
                <a:close/>
                <a:moveTo>
                  <a:pt x="437697" y="1550240"/>
                </a:moveTo>
                <a:cubicBezTo>
                  <a:pt x="460271" y="1550240"/>
                  <a:pt x="478559" y="1568528"/>
                  <a:pt x="478559" y="1591102"/>
                </a:cubicBezTo>
                <a:cubicBezTo>
                  <a:pt x="478559" y="1613676"/>
                  <a:pt x="460271" y="1631964"/>
                  <a:pt x="437697" y="1631964"/>
                </a:cubicBezTo>
                <a:cubicBezTo>
                  <a:pt x="415123" y="1631964"/>
                  <a:pt x="396835" y="1613676"/>
                  <a:pt x="396835" y="1591102"/>
                </a:cubicBezTo>
                <a:cubicBezTo>
                  <a:pt x="396835" y="1568528"/>
                  <a:pt x="415123" y="1550240"/>
                  <a:pt x="437697" y="1550240"/>
                </a:cubicBezTo>
                <a:close/>
                <a:moveTo>
                  <a:pt x="10901008" y="891156"/>
                </a:moveTo>
                <a:cubicBezTo>
                  <a:pt x="10924093" y="886839"/>
                  <a:pt x="10946262" y="902024"/>
                  <a:pt x="10950579" y="925109"/>
                </a:cubicBezTo>
                <a:lnTo>
                  <a:pt x="10974128" y="1051050"/>
                </a:lnTo>
                <a:lnTo>
                  <a:pt x="11100038" y="1027480"/>
                </a:lnTo>
                <a:cubicBezTo>
                  <a:pt x="11123122" y="1023164"/>
                  <a:pt x="11145292" y="1038348"/>
                  <a:pt x="11149608" y="1061433"/>
                </a:cubicBezTo>
                <a:cubicBezTo>
                  <a:pt x="11153924" y="1084517"/>
                  <a:pt x="11138740" y="1106686"/>
                  <a:pt x="11115655" y="1111003"/>
                </a:cubicBezTo>
                <a:lnTo>
                  <a:pt x="10989740" y="1134547"/>
                </a:lnTo>
                <a:lnTo>
                  <a:pt x="11013284" y="1260462"/>
                </a:lnTo>
                <a:cubicBezTo>
                  <a:pt x="11017600" y="1283547"/>
                  <a:pt x="11002415" y="1305716"/>
                  <a:pt x="10979331" y="1310033"/>
                </a:cubicBezTo>
                <a:cubicBezTo>
                  <a:pt x="10956247" y="1314349"/>
                  <a:pt x="10934077" y="1299164"/>
                  <a:pt x="10929761" y="1276080"/>
                </a:cubicBezTo>
                <a:lnTo>
                  <a:pt x="10906243" y="1150160"/>
                </a:lnTo>
                <a:lnTo>
                  <a:pt x="10780162" y="1173735"/>
                </a:lnTo>
                <a:cubicBezTo>
                  <a:pt x="10757077" y="1178051"/>
                  <a:pt x="10734907" y="1162866"/>
                  <a:pt x="10730591" y="1139782"/>
                </a:cubicBezTo>
                <a:cubicBezTo>
                  <a:pt x="10728502" y="1128226"/>
                  <a:pt x="10731241" y="1116927"/>
                  <a:pt x="10737383" y="1107960"/>
                </a:cubicBezTo>
                <a:cubicBezTo>
                  <a:pt x="10743525" y="1098992"/>
                  <a:pt x="10753071" y="1092356"/>
                  <a:pt x="10764627" y="1090268"/>
                </a:cubicBezTo>
                <a:lnTo>
                  <a:pt x="10890651" y="1066677"/>
                </a:lnTo>
                <a:lnTo>
                  <a:pt x="10867112" y="940643"/>
                </a:lnTo>
                <a:cubicBezTo>
                  <a:pt x="10864884" y="929113"/>
                  <a:pt x="10867621" y="917815"/>
                  <a:pt x="10873764" y="908846"/>
                </a:cubicBezTo>
                <a:cubicBezTo>
                  <a:pt x="10879906" y="899879"/>
                  <a:pt x="10889453" y="893243"/>
                  <a:pt x="10901008" y="891156"/>
                </a:cubicBezTo>
                <a:close/>
                <a:moveTo>
                  <a:pt x="172688" y="813612"/>
                </a:moveTo>
                <a:cubicBezTo>
                  <a:pt x="121825" y="813612"/>
                  <a:pt x="80391" y="855047"/>
                  <a:pt x="80391" y="905910"/>
                </a:cubicBezTo>
                <a:cubicBezTo>
                  <a:pt x="80391" y="956774"/>
                  <a:pt x="121825" y="998207"/>
                  <a:pt x="172688" y="998207"/>
                </a:cubicBezTo>
                <a:cubicBezTo>
                  <a:pt x="223552" y="998207"/>
                  <a:pt x="264985" y="956774"/>
                  <a:pt x="264985" y="905910"/>
                </a:cubicBezTo>
                <a:cubicBezTo>
                  <a:pt x="264985" y="854951"/>
                  <a:pt x="223552" y="813612"/>
                  <a:pt x="172688" y="813612"/>
                </a:cubicBezTo>
                <a:close/>
                <a:moveTo>
                  <a:pt x="172688" y="733127"/>
                </a:moveTo>
                <a:cubicBezTo>
                  <a:pt x="267938" y="733127"/>
                  <a:pt x="345376" y="810565"/>
                  <a:pt x="345376" y="905814"/>
                </a:cubicBezTo>
                <a:cubicBezTo>
                  <a:pt x="345376" y="1001065"/>
                  <a:pt x="267938" y="1078503"/>
                  <a:pt x="172688" y="1078503"/>
                </a:cubicBezTo>
                <a:cubicBezTo>
                  <a:pt x="77438" y="1078503"/>
                  <a:pt x="0" y="1001065"/>
                  <a:pt x="0" y="905814"/>
                </a:cubicBezTo>
                <a:cubicBezTo>
                  <a:pt x="0" y="810565"/>
                  <a:pt x="77438" y="733127"/>
                  <a:pt x="172688" y="733127"/>
                </a:cubicBezTo>
                <a:close/>
                <a:moveTo>
                  <a:pt x="1423185" y="261163"/>
                </a:moveTo>
                <a:cubicBezTo>
                  <a:pt x="1372322" y="261163"/>
                  <a:pt x="1330888" y="302597"/>
                  <a:pt x="1330888" y="353460"/>
                </a:cubicBezTo>
                <a:cubicBezTo>
                  <a:pt x="1330888" y="404324"/>
                  <a:pt x="1372322" y="445758"/>
                  <a:pt x="1423185" y="445758"/>
                </a:cubicBezTo>
                <a:cubicBezTo>
                  <a:pt x="1474049" y="445758"/>
                  <a:pt x="1515482" y="404324"/>
                  <a:pt x="1515482" y="353460"/>
                </a:cubicBezTo>
                <a:cubicBezTo>
                  <a:pt x="1515482" y="302502"/>
                  <a:pt x="1474049" y="261163"/>
                  <a:pt x="1423185" y="261163"/>
                </a:cubicBezTo>
                <a:close/>
                <a:moveTo>
                  <a:pt x="1423185" y="180677"/>
                </a:moveTo>
                <a:cubicBezTo>
                  <a:pt x="1518435" y="180677"/>
                  <a:pt x="1595873" y="258115"/>
                  <a:pt x="1595873" y="353365"/>
                </a:cubicBezTo>
                <a:cubicBezTo>
                  <a:pt x="1595873" y="448615"/>
                  <a:pt x="1518435" y="526053"/>
                  <a:pt x="1423185" y="526053"/>
                </a:cubicBezTo>
                <a:cubicBezTo>
                  <a:pt x="1327935" y="526053"/>
                  <a:pt x="1250497" y="448615"/>
                  <a:pt x="1250497" y="353365"/>
                </a:cubicBezTo>
                <a:cubicBezTo>
                  <a:pt x="1250497" y="258115"/>
                  <a:pt x="1327935" y="180677"/>
                  <a:pt x="1423185" y="180677"/>
                </a:cubicBezTo>
                <a:close/>
                <a:moveTo>
                  <a:pt x="11638869" y="156482"/>
                </a:moveTo>
                <a:lnTo>
                  <a:pt x="11361893" y="208272"/>
                </a:lnTo>
                <a:lnTo>
                  <a:pt x="11545241" y="422295"/>
                </a:lnTo>
                <a:close/>
                <a:moveTo>
                  <a:pt x="559506" y="45390"/>
                </a:moveTo>
                <a:cubicBezTo>
                  <a:pt x="569793" y="45390"/>
                  <a:pt x="580080" y="49319"/>
                  <a:pt x="587938" y="57177"/>
                </a:cubicBezTo>
                <a:lnTo>
                  <a:pt x="673711" y="142950"/>
                </a:lnTo>
                <a:lnTo>
                  <a:pt x="759388" y="57273"/>
                </a:lnTo>
                <a:cubicBezTo>
                  <a:pt x="767246" y="49415"/>
                  <a:pt x="777533" y="45486"/>
                  <a:pt x="787820" y="45487"/>
                </a:cubicBezTo>
                <a:cubicBezTo>
                  <a:pt x="798107" y="45486"/>
                  <a:pt x="808394" y="49415"/>
                  <a:pt x="816252" y="57273"/>
                </a:cubicBezTo>
                <a:cubicBezTo>
                  <a:pt x="831969" y="72989"/>
                  <a:pt x="831969" y="98421"/>
                  <a:pt x="816252" y="114137"/>
                </a:cubicBezTo>
                <a:lnTo>
                  <a:pt x="730576" y="199814"/>
                </a:lnTo>
                <a:lnTo>
                  <a:pt x="816348" y="285586"/>
                </a:lnTo>
                <a:cubicBezTo>
                  <a:pt x="832064" y="301303"/>
                  <a:pt x="832064" y="326734"/>
                  <a:pt x="816348" y="342451"/>
                </a:cubicBezTo>
                <a:cubicBezTo>
                  <a:pt x="808442" y="350356"/>
                  <a:pt x="798155" y="354262"/>
                  <a:pt x="787868" y="354262"/>
                </a:cubicBezTo>
                <a:cubicBezTo>
                  <a:pt x="777581" y="354262"/>
                  <a:pt x="767294" y="350356"/>
                  <a:pt x="759484" y="342451"/>
                </a:cubicBezTo>
                <a:lnTo>
                  <a:pt x="673711" y="256679"/>
                </a:lnTo>
                <a:lnTo>
                  <a:pt x="587843" y="342547"/>
                </a:lnTo>
                <a:cubicBezTo>
                  <a:pt x="580033" y="350357"/>
                  <a:pt x="569745" y="354262"/>
                  <a:pt x="559459" y="354262"/>
                </a:cubicBezTo>
                <a:cubicBezTo>
                  <a:pt x="549171" y="354262"/>
                  <a:pt x="538884" y="350357"/>
                  <a:pt x="531074" y="342451"/>
                </a:cubicBezTo>
                <a:cubicBezTo>
                  <a:pt x="515358" y="326735"/>
                  <a:pt x="515358" y="301303"/>
                  <a:pt x="531074" y="285587"/>
                </a:cubicBezTo>
                <a:lnTo>
                  <a:pt x="616847" y="199814"/>
                </a:lnTo>
                <a:lnTo>
                  <a:pt x="531074" y="114041"/>
                </a:lnTo>
                <a:cubicBezTo>
                  <a:pt x="515358" y="98325"/>
                  <a:pt x="515358" y="72893"/>
                  <a:pt x="531074" y="57177"/>
                </a:cubicBezTo>
                <a:cubicBezTo>
                  <a:pt x="538932" y="49319"/>
                  <a:pt x="549219" y="45390"/>
                  <a:pt x="559506" y="45390"/>
                </a:cubicBezTo>
                <a:close/>
                <a:moveTo>
                  <a:pt x="11729636" y="1162"/>
                </a:moveTo>
                <a:cubicBezTo>
                  <a:pt x="11753595" y="-3318"/>
                  <a:pt x="11777924" y="5342"/>
                  <a:pt x="11793775" y="23814"/>
                </a:cubicBezTo>
                <a:cubicBezTo>
                  <a:pt x="11809628" y="42286"/>
                  <a:pt x="11814268" y="67720"/>
                  <a:pt x="11806253" y="90539"/>
                </a:cubicBezTo>
                <a:lnTo>
                  <a:pt x="11634334" y="578398"/>
                </a:lnTo>
                <a:cubicBezTo>
                  <a:pt x="11626228" y="601349"/>
                  <a:pt x="11606539" y="618125"/>
                  <a:pt x="11582713" y="622695"/>
                </a:cubicBezTo>
                <a:cubicBezTo>
                  <a:pt x="11558754" y="627175"/>
                  <a:pt x="11534425" y="618516"/>
                  <a:pt x="11518573" y="600043"/>
                </a:cubicBezTo>
                <a:lnTo>
                  <a:pt x="11181992" y="207265"/>
                </a:lnTo>
                <a:cubicBezTo>
                  <a:pt x="11166139" y="188794"/>
                  <a:pt x="11161500" y="163358"/>
                  <a:pt x="11169514" y="140540"/>
                </a:cubicBezTo>
                <a:cubicBezTo>
                  <a:pt x="11177621" y="117587"/>
                  <a:pt x="11197311" y="100814"/>
                  <a:pt x="11221136" y="96242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rotWithShape="0" algn="tl" dir="2700000" dist="38100">
              <a:schemeClr val="dk1">
                <a:alpha val="6666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PPTMON slide">
  <p:cSld name="10_PPTMON slide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4"/>
          <p:cNvSpPr/>
          <p:nvPr/>
        </p:nvSpPr>
        <p:spPr>
          <a:xfrm>
            <a:off x="6096000" y="-1"/>
            <a:ext cx="6096000" cy="6858001"/>
          </a:xfrm>
          <a:prstGeom prst="rect">
            <a:avLst/>
          </a:prstGeom>
          <a:solidFill>
            <a:srgbClr val="FFD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pic>
        <p:nvPicPr>
          <p:cNvPr id="131" name="Google Shape;131;p1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29909" r="0" t="0"/>
          <a:stretch/>
        </p:blipFill>
        <p:spPr>
          <a:xfrm>
            <a:off x="5771192" y="6908968"/>
            <a:ext cx="2239204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4">
            <a:hlinkClick r:id="rId4"/>
          </p:cNvPr>
          <p:cNvSpPr txBox="1"/>
          <p:nvPr/>
        </p:nvSpPr>
        <p:spPr>
          <a:xfrm>
            <a:off x="4181605" y="6964689"/>
            <a:ext cx="2690631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Presentation template by</a:t>
            </a:r>
            <a:endParaRPr sz="1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4"/>
          <p:cNvSpPr/>
          <p:nvPr/>
        </p:nvSpPr>
        <p:spPr>
          <a:xfrm>
            <a:off x="10828107" y="142809"/>
            <a:ext cx="1076586" cy="1163837"/>
          </a:xfrm>
          <a:custGeom>
            <a:rect b="b" l="l" r="r" t="t"/>
            <a:pathLst>
              <a:path extrusionOk="0" h="1163837" w="1076586">
                <a:moveTo>
                  <a:pt x="731210" y="1082112"/>
                </a:moveTo>
                <a:cubicBezTo>
                  <a:pt x="753784" y="1082112"/>
                  <a:pt x="772072" y="1100401"/>
                  <a:pt x="772072" y="1122975"/>
                </a:cubicBezTo>
                <a:cubicBezTo>
                  <a:pt x="772072" y="1145549"/>
                  <a:pt x="753784" y="1163837"/>
                  <a:pt x="731210" y="1163837"/>
                </a:cubicBezTo>
                <a:cubicBezTo>
                  <a:pt x="708636" y="1163837"/>
                  <a:pt x="690348" y="1145549"/>
                  <a:pt x="690348" y="1122975"/>
                </a:cubicBezTo>
                <a:cubicBezTo>
                  <a:pt x="690348" y="1100401"/>
                  <a:pt x="708636" y="1082112"/>
                  <a:pt x="731210" y="1082112"/>
                </a:cubicBezTo>
                <a:close/>
                <a:moveTo>
                  <a:pt x="903898" y="388120"/>
                </a:moveTo>
                <a:cubicBezTo>
                  <a:pt x="853035" y="388120"/>
                  <a:pt x="811601" y="429554"/>
                  <a:pt x="811601" y="480417"/>
                </a:cubicBezTo>
                <a:cubicBezTo>
                  <a:pt x="811601" y="531281"/>
                  <a:pt x="853035" y="572715"/>
                  <a:pt x="903898" y="572715"/>
                </a:cubicBezTo>
                <a:cubicBezTo>
                  <a:pt x="954762" y="572715"/>
                  <a:pt x="996195" y="531281"/>
                  <a:pt x="996195" y="480417"/>
                </a:cubicBezTo>
                <a:cubicBezTo>
                  <a:pt x="996195" y="429459"/>
                  <a:pt x="954762" y="388120"/>
                  <a:pt x="903898" y="388120"/>
                </a:cubicBezTo>
                <a:close/>
                <a:moveTo>
                  <a:pt x="903898" y="307634"/>
                </a:moveTo>
                <a:cubicBezTo>
                  <a:pt x="999148" y="307634"/>
                  <a:pt x="1076586" y="385072"/>
                  <a:pt x="1076586" y="480322"/>
                </a:cubicBezTo>
                <a:cubicBezTo>
                  <a:pt x="1076586" y="575572"/>
                  <a:pt x="999148" y="653010"/>
                  <a:pt x="903898" y="653010"/>
                </a:cubicBezTo>
                <a:cubicBezTo>
                  <a:pt x="808648" y="653010"/>
                  <a:pt x="731210" y="575572"/>
                  <a:pt x="731210" y="480322"/>
                </a:cubicBezTo>
                <a:cubicBezTo>
                  <a:pt x="731210" y="385072"/>
                  <a:pt x="808648" y="307634"/>
                  <a:pt x="903898" y="307634"/>
                </a:cubicBezTo>
                <a:close/>
                <a:moveTo>
                  <a:pt x="40219" y="0"/>
                </a:moveTo>
                <a:cubicBezTo>
                  <a:pt x="50506" y="0"/>
                  <a:pt x="60793" y="3929"/>
                  <a:pt x="68651" y="11787"/>
                </a:cubicBezTo>
                <a:lnTo>
                  <a:pt x="154424" y="97560"/>
                </a:lnTo>
                <a:lnTo>
                  <a:pt x="240101" y="11883"/>
                </a:lnTo>
                <a:cubicBezTo>
                  <a:pt x="247959" y="4025"/>
                  <a:pt x="258246" y="96"/>
                  <a:pt x="268533" y="96"/>
                </a:cubicBezTo>
                <a:cubicBezTo>
                  <a:pt x="278820" y="96"/>
                  <a:pt x="289107" y="4025"/>
                  <a:pt x="296965" y="11883"/>
                </a:cubicBezTo>
                <a:cubicBezTo>
                  <a:pt x="312682" y="27599"/>
                  <a:pt x="312682" y="53031"/>
                  <a:pt x="296965" y="68747"/>
                </a:cubicBezTo>
                <a:lnTo>
                  <a:pt x="211289" y="154424"/>
                </a:lnTo>
                <a:lnTo>
                  <a:pt x="297061" y="240196"/>
                </a:lnTo>
                <a:cubicBezTo>
                  <a:pt x="312777" y="255913"/>
                  <a:pt x="312777" y="281344"/>
                  <a:pt x="297061" y="297061"/>
                </a:cubicBezTo>
                <a:cubicBezTo>
                  <a:pt x="289155" y="304966"/>
                  <a:pt x="278868" y="308872"/>
                  <a:pt x="268581" y="308872"/>
                </a:cubicBezTo>
                <a:cubicBezTo>
                  <a:pt x="258294" y="308872"/>
                  <a:pt x="248007" y="304966"/>
                  <a:pt x="240197" y="297061"/>
                </a:cubicBezTo>
                <a:lnTo>
                  <a:pt x="154424" y="211289"/>
                </a:lnTo>
                <a:lnTo>
                  <a:pt x="68556" y="297157"/>
                </a:lnTo>
                <a:cubicBezTo>
                  <a:pt x="60746" y="304967"/>
                  <a:pt x="50458" y="308872"/>
                  <a:pt x="40172" y="308872"/>
                </a:cubicBezTo>
                <a:cubicBezTo>
                  <a:pt x="29884" y="308872"/>
                  <a:pt x="19597" y="304967"/>
                  <a:pt x="11787" y="297061"/>
                </a:cubicBezTo>
                <a:cubicBezTo>
                  <a:pt x="-3929" y="281345"/>
                  <a:pt x="-3929" y="255913"/>
                  <a:pt x="11787" y="240197"/>
                </a:cubicBezTo>
                <a:lnTo>
                  <a:pt x="97560" y="154424"/>
                </a:lnTo>
                <a:lnTo>
                  <a:pt x="11787" y="68651"/>
                </a:lnTo>
                <a:cubicBezTo>
                  <a:pt x="-3929" y="52935"/>
                  <a:pt x="-3929" y="27503"/>
                  <a:pt x="11787" y="11787"/>
                </a:cubicBezTo>
                <a:cubicBezTo>
                  <a:pt x="19645" y="3929"/>
                  <a:pt x="29932" y="0"/>
                  <a:pt x="40219" y="0"/>
                </a:cubicBezTo>
                <a:close/>
              </a:path>
            </a:pathLst>
          </a:custGeom>
          <a:solidFill>
            <a:srgbClr val="232020"/>
          </a:solidFill>
          <a:ln>
            <a:noFill/>
          </a:ln>
          <a:effectLst>
            <a:outerShdw rotWithShape="0" algn="tl" dir="2700000" dist="38100">
              <a:schemeClr val="lt1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134" name="Google Shape;134;p14"/>
          <p:cNvSpPr/>
          <p:nvPr/>
        </p:nvSpPr>
        <p:spPr>
          <a:xfrm>
            <a:off x="291794" y="5469821"/>
            <a:ext cx="1365681" cy="1040252"/>
          </a:xfrm>
          <a:custGeom>
            <a:rect b="b" l="l" r="r" t="t"/>
            <a:pathLst>
              <a:path extrusionOk="0" h="1040252" w="1365681">
                <a:moveTo>
                  <a:pt x="572197" y="726006"/>
                </a:moveTo>
                <a:cubicBezTo>
                  <a:pt x="511878" y="726006"/>
                  <a:pt x="462742" y="775143"/>
                  <a:pt x="462742" y="835462"/>
                </a:cubicBezTo>
                <a:cubicBezTo>
                  <a:pt x="462742" y="895780"/>
                  <a:pt x="511878" y="944916"/>
                  <a:pt x="572197" y="944916"/>
                </a:cubicBezTo>
                <a:cubicBezTo>
                  <a:pt x="632515" y="944916"/>
                  <a:pt x="681653" y="895780"/>
                  <a:pt x="681653" y="835462"/>
                </a:cubicBezTo>
                <a:cubicBezTo>
                  <a:pt x="681539" y="775143"/>
                  <a:pt x="632515" y="726006"/>
                  <a:pt x="572197" y="726006"/>
                </a:cubicBezTo>
                <a:close/>
                <a:moveTo>
                  <a:pt x="572197" y="630671"/>
                </a:moveTo>
                <a:cubicBezTo>
                  <a:pt x="685154" y="630671"/>
                  <a:pt x="776988" y="722504"/>
                  <a:pt x="776988" y="835462"/>
                </a:cubicBezTo>
                <a:cubicBezTo>
                  <a:pt x="776988" y="948418"/>
                  <a:pt x="685042" y="1040252"/>
                  <a:pt x="572197" y="1040252"/>
                </a:cubicBezTo>
                <a:cubicBezTo>
                  <a:pt x="459240" y="1040252"/>
                  <a:pt x="367408" y="948305"/>
                  <a:pt x="367408" y="835462"/>
                </a:cubicBezTo>
                <a:cubicBezTo>
                  <a:pt x="367408" y="722617"/>
                  <a:pt x="459240" y="630671"/>
                  <a:pt x="572197" y="630671"/>
                </a:cubicBezTo>
                <a:close/>
                <a:moveTo>
                  <a:pt x="24654" y="235321"/>
                </a:moveTo>
                <a:cubicBezTo>
                  <a:pt x="33818" y="231806"/>
                  <a:pt x="44324" y="231778"/>
                  <a:pt x="53981" y="236070"/>
                </a:cubicBezTo>
                <a:lnTo>
                  <a:pt x="288818" y="340893"/>
                </a:lnTo>
                <a:cubicBezTo>
                  <a:pt x="308133" y="349478"/>
                  <a:pt x="316830" y="372182"/>
                  <a:pt x="308246" y="391610"/>
                </a:cubicBezTo>
                <a:cubicBezTo>
                  <a:pt x="301808" y="405843"/>
                  <a:pt x="287801" y="414314"/>
                  <a:pt x="273116" y="414314"/>
                </a:cubicBezTo>
                <a:cubicBezTo>
                  <a:pt x="267921" y="414314"/>
                  <a:pt x="262612" y="413185"/>
                  <a:pt x="257528" y="410926"/>
                </a:cubicBezTo>
                <a:lnTo>
                  <a:pt x="22693" y="306216"/>
                </a:lnTo>
                <a:cubicBezTo>
                  <a:pt x="3376" y="297518"/>
                  <a:pt x="-5321" y="274814"/>
                  <a:pt x="3376" y="255498"/>
                </a:cubicBezTo>
                <a:cubicBezTo>
                  <a:pt x="7668" y="245840"/>
                  <a:pt x="15491" y="238837"/>
                  <a:pt x="24654" y="235321"/>
                </a:cubicBezTo>
                <a:close/>
                <a:moveTo>
                  <a:pt x="1317337" y="0"/>
                </a:moveTo>
                <a:cubicBezTo>
                  <a:pt x="1344107" y="0"/>
                  <a:pt x="1365681" y="21688"/>
                  <a:pt x="1365681" y="48459"/>
                </a:cubicBezTo>
                <a:cubicBezTo>
                  <a:pt x="1365681" y="75229"/>
                  <a:pt x="1343994" y="96917"/>
                  <a:pt x="1317224" y="96917"/>
                </a:cubicBezTo>
                <a:cubicBezTo>
                  <a:pt x="1290453" y="96917"/>
                  <a:pt x="1268877" y="75229"/>
                  <a:pt x="1268877" y="48459"/>
                </a:cubicBezTo>
                <a:cubicBezTo>
                  <a:pt x="1268877" y="21688"/>
                  <a:pt x="1290566" y="0"/>
                  <a:pt x="1317337" y="0"/>
                </a:cubicBezTo>
                <a:close/>
              </a:path>
            </a:pathLst>
          </a:custGeom>
          <a:solidFill>
            <a:srgbClr val="232020"/>
          </a:solidFill>
          <a:ln>
            <a:noFill/>
          </a:ln>
          <a:effectLst>
            <a:outerShdw rotWithShape="0" algn="tl" dir="2700000" dist="38100">
              <a:srgbClr val="FFDF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135" name="Google Shape;135;p14"/>
          <p:cNvSpPr/>
          <p:nvPr/>
        </p:nvSpPr>
        <p:spPr>
          <a:xfrm>
            <a:off x="7197197" y="3653245"/>
            <a:ext cx="4316108" cy="2856827"/>
          </a:xfrm>
          <a:custGeom>
            <a:rect b="b" l="l" r="r" t="t"/>
            <a:pathLst>
              <a:path extrusionOk="0" h="2856827" w="4316108">
                <a:moveTo>
                  <a:pt x="487775" y="2547955"/>
                </a:moveTo>
                <a:cubicBezTo>
                  <a:pt x="498062" y="2547955"/>
                  <a:pt x="508349" y="2551860"/>
                  <a:pt x="516160" y="2559766"/>
                </a:cubicBezTo>
                <a:lnTo>
                  <a:pt x="601932" y="2645538"/>
                </a:lnTo>
                <a:lnTo>
                  <a:pt x="687800" y="2559670"/>
                </a:lnTo>
                <a:cubicBezTo>
                  <a:pt x="695611" y="2551860"/>
                  <a:pt x="705898" y="2547955"/>
                  <a:pt x="716185" y="2547955"/>
                </a:cubicBezTo>
                <a:cubicBezTo>
                  <a:pt x="726472" y="2547955"/>
                  <a:pt x="736759" y="2551860"/>
                  <a:pt x="744569" y="2559766"/>
                </a:cubicBezTo>
                <a:cubicBezTo>
                  <a:pt x="760286" y="2575482"/>
                  <a:pt x="760286" y="2600914"/>
                  <a:pt x="744569" y="2616630"/>
                </a:cubicBezTo>
                <a:lnTo>
                  <a:pt x="658797" y="2702403"/>
                </a:lnTo>
                <a:lnTo>
                  <a:pt x="744569" y="2788175"/>
                </a:lnTo>
                <a:cubicBezTo>
                  <a:pt x="760286" y="2803891"/>
                  <a:pt x="760286" y="2829323"/>
                  <a:pt x="744569" y="2845040"/>
                </a:cubicBezTo>
                <a:cubicBezTo>
                  <a:pt x="728853" y="2860756"/>
                  <a:pt x="703421" y="2860756"/>
                  <a:pt x="687705" y="2845040"/>
                </a:cubicBezTo>
                <a:lnTo>
                  <a:pt x="601968" y="2759231"/>
                </a:lnTo>
                <a:lnTo>
                  <a:pt x="516255" y="2844944"/>
                </a:lnTo>
                <a:cubicBezTo>
                  <a:pt x="500539" y="2860660"/>
                  <a:pt x="475107" y="2860660"/>
                  <a:pt x="459391" y="2844944"/>
                </a:cubicBezTo>
                <a:cubicBezTo>
                  <a:pt x="443675" y="2829228"/>
                  <a:pt x="443675" y="2803796"/>
                  <a:pt x="459391" y="2788080"/>
                </a:cubicBezTo>
                <a:lnTo>
                  <a:pt x="545128" y="2702343"/>
                </a:lnTo>
                <a:lnTo>
                  <a:pt x="459391" y="2616535"/>
                </a:lnTo>
                <a:cubicBezTo>
                  <a:pt x="443675" y="2600818"/>
                  <a:pt x="443675" y="2575387"/>
                  <a:pt x="459391" y="2559670"/>
                </a:cubicBezTo>
                <a:cubicBezTo>
                  <a:pt x="467201" y="2551860"/>
                  <a:pt x="477488" y="2547955"/>
                  <a:pt x="487775" y="2547955"/>
                </a:cubicBezTo>
                <a:close/>
                <a:moveTo>
                  <a:pt x="40862" y="2411835"/>
                </a:moveTo>
                <a:cubicBezTo>
                  <a:pt x="63436" y="2411835"/>
                  <a:pt x="81724" y="2430123"/>
                  <a:pt x="81724" y="2452697"/>
                </a:cubicBezTo>
                <a:cubicBezTo>
                  <a:pt x="81724" y="2475271"/>
                  <a:pt x="63436" y="2493559"/>
                  <a:pt x="40862" y="2493559"/>
                </a:cubicBezTo>
                <a:cubicBezTo>
                  <a:pt x="18288" y="2493559"/>
                  <a:pt x="0" y="2475271"/>
                  <a:pt x="0" y="2452697"/>
                </a:cubicBezTo>
                <a:cubicBezTo>
                  <a:pt x="0" y="2430123"/>
                  <a:pt x="18288" y="2411835"/>
                  <a:pt x="40862" y="2411835"/>
                </a:cubicBezTo>
                <a:close/>
                <a:moveTo>
                  <a:pt x="4080415" y="2308286"/>
                </a:moveTo>
                <a:lnTo>
                  <a:pt x="4037267" y="2469259"/>
                </a:lnTo>
                <a:lnTo>
                  <a:pt x="4198240" y="2426111"/>
                </a:lnTo>
                <a:close/>
                <a:moveTo>
                  <a:pt x="4049173" y="2191796"/>
                </a:moveTo>
                <a:cubicBezTo>
                  <a:pt x="4063080" y="2188081"/>
                  <a:pt x="4077843" y="2192081"/>
                  <a:pt x="4088035" y="2202178"/>
                </a:cubicBezTo>
                <a:lnTo>
                  <a:pt x="4304348" y="2418491"/>
                </a:lnTo>
                <a:cubicBezTo>
                  <a:pt x="4314540" y="2428682"/>
                  <a:pt x="4318445" y="2443446"/>
                  <a:pt x="4314730" y="2457353"/>
                </a:cubicBezTo>
                <a:cubicBezTo>
                  <a:pt x="4311015" y="2471259"/>
                  <a:pt x="4300157" y="2482023"/>
                  <a:pt x="4286346" y="2485737"/>
                </a:cubicBezTo>
                <a:lnTo>
                  <a:pt x="3990880" y="2564890"/>
                </a:lnTo>
                <a:cubicBezTo>
                  <a:pt x="3976974" y="2568605"/>
                  <a:pt x="3962210" y="2564604"/>
                  <a:pt x="3952018" y="2554508"/>
                </a:cubicBezTo>
                <a:cubicBezTo>
                  <a:pt x="3941826" y="2544316"/>
                  <a:pt x="3937921" y="2529552"/>
                  <a:pt x="3941636" y="2515646"/>
                </a:cubicBezTo>
                <a:lnTo>
                  <a:pt x="4020789" y="2220180"/>
                </a:lnTo>
                <a:cubicBezTo>
                  <a:pt x="4024503" y="2206274"/>
                  <a:pt x="4035362" y="2195510"/>
                  <a:pt x="4049173" y="2191796"/>
                </a:cubicBezTo>
                <a:close/>
                <a:moveTo>
                  <a:pt x="3251166" y="234127"/>
                </a:moveTo>
                <a:cubicBezTo>
                  <a:pt x="3258893" y="231162"/>
                  <a:pt x="3267751" y="231139"/>
                  <a:pt x="3275895" y="234758"/>
                </a:cubicBezTo>
                <a:lnTo>
                  <a:pt x="3473919" y="323150"/>
                </a:lnTo>
                <a:cubicBezTo>
                  <a:pt x="3490207" y="330389"/>
                  <a:pt x="3497541" y="349534"/>
                  <a:pt x="3490302" y="365917"/>
                </a:cubicBezTo>
                <a:cubicBezTo>
                  <a:pt x="3484873" y="377918"/>
                  <a:pt x="3473062" y="385062"/>
                  <a:pt x="3460680" y="385062"/>
                </a:cubicBezTo>
                <a:cubicBezTo>
                  <a:pt x="3456298" y="385062"/>
                  <a:pt x="3451821" y="384110"/>
                  <a:pt x="3447535" y="382205"/>
                </a:cubicBezTo>
                <a:lnTo>
                  <a:pt x="3249510" y="293908"/>
                </a:lnTo>
                <a:cubicBezTo>
                  <a:pt x="3233223" y="286574"/>
                  <a:pt x="3225888" y="267428"/>
                  <a:pt x="3233223" y="251141"/>
                </a:cubicBezTo>
                <a:cubicBezTo>
                  <a:pt x="3236842" y="242997"/>
                  <a:pt x="3243438" y="237092"/>
                  <a:pt x="3251166" y="234127"/>
                </a:cubicBezTo>
                <a:close/>
                <a:moveTo>
                  <a:pt x="2829904" y="80486"/>
                </a:moveTo>
                <a:cubicBezTo>
                  <a:pt x="2779041" y="80486"/>
                  <a:pt x="2737607" y="121920"/>
                  <a:pt x="2737607" y="172783"/>
                </a:cubicBezTo>
                <a:cubicBezTo>
                  <a:pt x="2737607" y="223647"/>
                  <a:pt x="2779041" y="265081"/>
                  <a:pt x="2829904" y="265081"/>
                </a:cubicBezTo>
                <a:cubicBezTo>
                  <a:pt x="2880768" y="265081"/>
                  <a:pt x="2922201" y="223647"/>
                  <a:pt x="2922201" y="172783"/>
                </a:cubicBezTo>
                <a:cubicBezTo>
                  <a:pt x="2922201" y="121825"/>
                  <a:pt x="2880768" y="80486"/>
                  <a:pt x="2829904" y="80486"/>
                </a:cubicBezTo>
                <a:close/>
                <a:moveTo>
                  <a:pt x="2829904" y="0"/>
                </a:moveTo>
                <a:cubicBezTo>
                  <a:pt x="2925154" y="0"/>
                  <a:pt x="3002592" y="77438"/>
                  <a:pt x="3002592" y="172688"/>
                </a:cubicBezTo>
                <a:cubicBezTo>
                  <a:pt x="3002592" y="267938"/>
                  <a:pt x="2925154" y="345376"/>
                  <a:pt x="2829904" y="345376"/>
                </a:cubicBezTo>
                <a:cubicBezTo>
                  <a:pt x="2734654" y="345376"/>
                  <a:pt x="2657216" y="267938"/>
                  <a:pt x="2657216" y="172688"/>
                </a:cubicBezTo>
                <a:cubicBezTo>
                  <a:pt x="2657216" y="77438"/>
                  <a:pt x="2734654" y="0"/>
                  <a:pt x="2829904" y="0"/>
                </a:cubicBezTo>
                <a:close/>
              </a:path>
            </a:pathLst>
          </a:custGeom>
          <a:solidFill>
            <a:srgbClr val="232020"/>
          </a:solidFill>
          <a:ln>
            <a:noFill/>
          </a:ln>
          <a:effectLst>
            <a:outerShdw rotWithShape="0" algn="tl" dir="2700000" dist="38100">
              <a:schemeClr val="lt1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136" name="Google Shape;136;p14"/>
          <p:cNvSpPr/>
          <p:nvPr/>
        </p:nvSpPr>
        <p:spPr>
          <a:xfrm>
            <a:off x="294551" y="228374"/>
            <a:ext cx="1024359" cy="377855"/>
          </a:xfrm>
          <a:custGeom>
            <a:rect b="b" l="l" r="r" t="t"/>
            <a:pathLst>
              <a:path extrusionOk="0" h="377855" w="1024359">
                <a:moveTo>
                  <a:pt x="278841" y="96997"/>
                </a:moveTo>
                <a:lnTo>
                  <a:pt x="117869" y="140145"/>
                </a:lnTo>
                <a:lnTo>
                  <a:pt x="235692" y="257969"/>
                </a:lnTo>
                <a:close/>
                <a:moveTo>
                  <a:pt x="755730" y="69079"/>
                </a:moveTo>
                <a:cubicBezTo>
                  <a:pt x="766017" y="69079"/>
                  <a:pt x="776304" y="73008"/>
                  <a:pt x="784161" y="80866"/>
                </a:cubicBezTo>
                <a:lnTo>
                  <a:pt x="869887" y="166591"/>
                </a:lnTo>
                <a:lnTo>
                  <a:pt x="955612" y="80866"/>
                </a:lnTo>
                <a:cubicBezTo>
                  <a:pt x="963471" y="73008"/>
                  <a:pt x="973757" y="69079"/>
                  <a:pt x="984044" y="69079"/>
                </a:cubicBezTo>
                <a:cubicBezTo>
                  <a:pt x="994332" y="69079"/>
                  <a:pt x="1004618" y="73008"/>
                  <a:pt x="1012477" y="80866"/>
                </a:cubicBezTo>
                <a:cubicBezTo>
                  <a:pt x="1028193" y="96582"/>
                  <a:pt x="1028193" y="122014"/>
                  <a:pt x="1012477" y="137730"/>
                </a:cubicBezTo>
                <a:lnTo>
                  <a:pt x="926733" y="223437"/>
                </a:lnTo>
                <a:lnTo>
                  <a:pt x="1012572" y="309275"/>
                </a:lnTo>
                <a:cubicBezTo>
                  <a:pt x="1028288" y="324992"/>
                  <a:pt x="1028288" y="350423"/>
                  <a:pt x="1012572" y="366140"/>
                </a:cubicBezTo>
                <a:cubicBezTo>
                  <a:pt x="1004665" y="373950"/>
                  <a:pt x="994378" y="377855"/>
                  <a:pt x="984093" y="377855"/>
                </a:cubicBezTo>
                <a:cubicBezTo>
                  <a:pt x="973805" y="377855"/>
                  <a:pt x="963517" y="373950"/>
                  <a:pt x="955707" y="366044"/>
                </a:cubicBezTo>
                <a:lnTo>
                  <a:pt x="869887" y="280260"/>
                </a:lnTo>
                <a:lnTo>
                  <a:pt x="784068" y="366044"/>
                </a:lnTo>
                <a:cubicBezTo>
                  <a:pt x="776256" y="373950"/>
                  <a:pt x="765969" y="377855"/>
                  <a:pt x="755683" y="377855"/>
                </a:cubicBezTo>
                <a:cubicBezTo>
                  <a:pt x="745396" y="377855"/>
                  <a:pt x="735108" y="373950"/>
                  <a:pt x="727299" y="366044"/>
                </a:cubicBezTo>
                <a:cubicBezTo>
                  <a:pt x="711583" y="350328"/>
                  <a:pt x="711583" y="324896"/>
                  <a:pt x="727299" y="309180"/>
                </a:cubicBezTo>
                <a:lnTo>
                  <a:pt x="813040" y="223438"/>
                </a:lnTo>
                <a:lnTo>
                  <a:pt x="727297" y="137730"/>
                </a:lnTo>
                <a:cubicBezTo>
                  <a:pt x="711581" y="122014"/>
                  <a:pt x="711581" y="96582"/>
                  <a:pt x="727297" y="80866"/>
                </a:cubicBezTo>
                <a:cubicBezTo>
                  <a:pt x="735156" y="73008"/>
                  <a:pt x="745442" y="69079"/>
                  <a:pt x="755730" y="69079"/>
                </a:cubicBezTo>
                <a:close/>
                <a:moveTo>
                  <a:pt x="325227" y="1366"/>
                </a:moveTo>
                <a:cubicBezTo>
                  <a:pt x="339133" y="-2349"/>
                  <a:pt x="353897" y="1651"/>
                  <a:pt x="364090" y="11748"/>
                </a:cubicBezTo>
                <a:cubicBezTo>
                  <a:pt x="374282" y="21940"/>
                  <a:pt x="378186" y="36703"/>
                  <a:pt x="374472" y="50610"/>
                </a:cubicBezTo>
                <a:lnTo>
                  <a:pt x="295318" y="346075"/>
                </a:lnTo>
                <a:cubicBezTo>
                  <a:pt x="291604" y="359982"/>
                  <a:pt x="280745" y="370745"/>
                  <a:pt x="266935" y="374460"/>
                </a:cubicBezTo>
                <a:cubicBezTo>
                  <a:pt x="253027" y="378175"/>
                  <a:pt x="238265" y="374174"/>
                  <a:pt x="228073" y="364078"/>
                </a:cubicBezTo>
                <a:lnTo>
                  <a:pt x="11759" y="147765"/>
                </a:lnTo>
                <a:cubicBezTo>
                  <a:pt x="1567" y="137573"/>
                  <a:pt x="-2338" y="122809"/>
                  <a:pt x="1378" y="108903"/>
                </a:cubicBezTo>
                <a:cubicBezTo>
                  <a:pt x="5092" y="94996"/>
                  <a:pt x="15950" y="84233"/>
                  <a:pt x="29762" y="80518"/>
                </a:cubicBezTo>
                <a:close/>
              </a:path>
            </a:pathLst>
          </a:custGeom>
          <a:solidFill>
            <a:srgbClr val="232020"/>
          </a:solidFill>
          <a:ln>
            <a:noFill/>
          </a:ln>
          <a:effectLst>
            <a:outerShdw rotWithShape="0" algn="tl" dir="2700000" dist="38100">
              <a:srgbClr val="FFDF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137" name="Google Shape;137;p14"/>
          <p:cNvSpPr/>
          <p:nvPr>
            <p:ph idx="2" type="pic"/>
          </p:nvPr>
        </p:nvSpPr>
        <p:spPr>
          <a:xfrm>
            <a:off x="7874576" y="819753"/>
            <a:ext cx="2361624" cy="5218494"/>
          </a:xfrm>
          <a:prstGeom prst="roundRect">
            <a:avLst>
              <a:gd fmla="val 20435" name="adj"/>
            </a:avLst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PPTMON slide">
  <p:cSld name="11_PPTMON slide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5"/>
          <p:cNvSpPr/>
          <p:nvPr/>
        </p:nvSpPr>
        <p:spPr>
          <a:xfrm>
            <a:off x="2794000" y="-2"/>
            <a:ext cx="9398000" cy="6858001"/>
          </a:xfrm>
          <a:prstGeom prst="rect">
            <a:avLst/>
          </a:prstGeom>
          <a:solidFill>
            <a:srgbClr val="FFD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140" name="Google Shape;140;p15"/>
          <p:cNvSpPr/>
          <p:nvPr>
            <p:ph idx="2" type="pic"/>
          </p:nvPr>
        </p:nvSpPr>
        <p:spPr>
          <a:xfrm>
            <a:off x="4040471" y="1109778"/>
            <a:ext cx="6988017" cy="4556788"/>
          </a:xfrm>
          <a:prstGeom prst="roundRect">
            <a:avLst>
              <a:gd fmla="val 3110" name="adj"/>
            </a:avLst>
          </a:prstGeom>
          <a:solidFill>
            <a:srgbClr val="F2F2F2"/>
          </a:solidFill>
          <a:ln>
            <a:noFill/>
          </a:ln>
        </p:spPr>
      </p:sp>
      <p:pic>
        <p:nvPicPr>
          <p:cNvPr id="141" name="Google Shape;141;p1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29909" r="0" t="0"/>
          <a:stretch/>
        </p:blipFill>
        <p:spPr>
          <a:xfrm>
            <a:off x="5771192" y="6908968"/>
            <a:ext cx="2239204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5">
            <a:hlinkClick r:id="rId4"/>
          </p:cNvPr>
          <p:cNvSpPr txBox="1"/>
          <p:nvPr/>
        </p:nvSpPr>
        <p:spPr>
          <a:xfrm>
            <a:off x="4181605" y="6964689"/>
            <a:ext cx="2690631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Presentation template by</a:t>
            </a:r>
            <a:endParaRPr sz="1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5"/>
          <p:cNvSpPr/>
          <p:nvPr/>
        </p:nvSpPr>
        <p:spPr>
          <a:xfrm flipH="1">
            <a:off x="291794" y="142809"/>
            <a:ext cx="1076586" cy="1163837"/>
          </a:xfrm>
          <a:custGeom>
            <a:rect b="b" l="l" r="r" t="t"/>
            <a:pathLst>
              <a:path extrusionOk="0" h="1163837" w="1076586">
                <a:moveTo>
                  <a:pt x="731210" y="1082112"/>
                </a:moveTo>
                <a:cubicBezTo>
                  <a:pt x="753784" y="1082112"/>
                  <a:pt x="772072" y="1100401"/>
                  <a:pt x="772072" y="1122975"/>
                </a:cubicBezTo>
                <a:cubicBezTo>
                  <a:pt x="772072" y="1145549"/>
                  <a:pt x="753784" y="1163837"/>
                  <a:pt x="731210" y="1163837"/>
                </a:cubicBezTo>
                <a:cubicBezTo>
                  <a:pt x="708636" y="1163837"/>
                  <a:pt x="690348" y="1145549"/>
                  <a:pt x="690348" y="1122975"/>
                </a:cubicBezTo>
                <a:cubicBezTo>
                  <a:pt x="690348" y="1100401"/>
                  <a:pt x="708636" y="1082112"/>
                  <a:pt x="731210" y="1082112"/>
                </a:cubicBezTo>
                <a:close/>
                <a:moveTo>
                  <a:pt x="903898" y="388120"/>
                </a:moveTo>
                <a:cubicBezTo>
                  <a:pt x="853035" y="388120"/>
                  <a:pt x="811601" y="429554"/>
                  <a:pt x="811601" y="480417"/>
                </a:cubicBezTo>
                <a:cubicBezTo>
                  <a:pt x="811601" y="531281"/>
                  <a:pt x="853035" y="572715"/>
                  <a:pt x="903898" y="572715"/>
                </a:cubicBezTo>
                <a:cubicBezTo>
                  <a:pt x="954762" y="572715"/>
                  <a:pt x="996195" y="531281"/>
                  <a:pt x="996195" y="480417"/>
                </a:cubicBezTo>
                <a:cubicBezTo>
                  <a:pt x="996195" y="429459"/>
                  <a:pt x="954762" y="388120"/>
                  <a:pt x="903898" y="388120"/>
                </a:cubicBezTo>
                <a:close/>
                <a:moveTo>
                  <a:pt x="903898" y="307634"/>
                </a:moveTo>
                <a:cubicBezTo>
                  <a:pt x="999148" y="307634"/>
                  <a:pt x="1076586" y="385072"/>
                  <a:pt x="1076586" y="480322"/>
                </a:cubicBezTo>
                <a:cubicBezTo>
                  <a:pt x="1076586" y="575572"/>
                  <a:pt x="999148" y="653010"/>
                  <a:pt x="903898" y="653010"/>
                </a:cubicBezTo>
                <a:cubicBezTo>
                  <a:pt x="808648" y="653010"/>
                  <a:pt x="731210" y="575572"/>
                  <a:pt x="731210" y="480322"/>
                </a:cubicBezTo>
                <a:cubicBezTo>
                  <a:pt x="731210" y="385072"/>
                  <a:pt x="808648" y="307634"/>
                  <a:pt x="903898" y="307634"/>
                </a:cubicBezTo>
                <a:close/>
                <a:moveTo>
                  <a:pt x="40219" y="0"/>
                </a:moveTo>
                <a:cubicBezTo>
                  <a:pt x="50506" y="0"/>
                  <a:pt x="60793" y="3929"/>
                  <a:pt x="68651" y="11787"/>
                </a:cubicBezTo>
                <a:lnTo>
                  <a:pt x="154424" y="97560"/>
                </a:lnTo>
                <a:lnTo>
                  <a:pt x="240101" y="11883"/>
                </a:lnTo>
                <a:cubicBezTo>
                  <a:pt x="247959" y="4025"/>
                  <a:pt x="258246" y="96"/>
                  <a:pt x="268533" y="96"/>
                </a:cubicBezTo>
                <a:cubicBezTo>
                  <a:pt x="278820" y="96"/>
                  <a:pt x="289107" y="4025"/>
                  <a:pt x="296965" y="11883"/>
                </a:cubicBezTo>
                <a:cubicBezTo>
                  <a:pt x="312682" y="27599"/>
                  <a:pt x="312682" y="53031"/>
                  <a:pt x="296965" y="68747"/>
                </a:cubicBezTo>
                <a:lnTo>
                  <a:pt x="211289" y="154424"/>
                </a:lnTo>
                <a:lnTo>
                  <a:pt x="297061" y="240196"/>
                </a:lnTo>
                <a:cubicBezTo>
                  <a:pt x="312777" y="255913"/>
                  <a:pt x="312777" y="281344"/>
                  <a:pt x="297061" y="297061"/>
                </a:cubicBezTo>
                <a:cubicBezTo>
                  <a:pt x="289155" y="304966"/>
                  <a:pt x="278868" y="308872"/>
                  <a:pt x="268581" y="308872"/>
                </a:cubicBezTo>
                <a:cubicBezTo>
                  <a:pt x="258294" y="308872"/>
                  <a:pt x="248007" y="304966"/>
                  <a:pt x="240197" y="297061"/>
                </a:cubicBezTo>
                <a:lnTo>
                  <a:pt x="154424" y="211289"/>
                </a:lnTo>
                <a:lnTo>
                  <a:pt x="68556" y="297157"/>
                </a:lnTo>
                <a:cubicBezTo>
                  <a:pt x="60746" y="304967"/>
                  <a:pt x="50458" y="308872"/>
                  <a:pt x="40172" y="308872"/>
                </a:cubicBezTo>
                <a:cubicBezTo>
                  <a:pt x="29884" y="308872"/>
                  <a:pt x="19597" y="304967"/>
                  <a:pt x="11787" y="297061"/>
                </a:cubicBezTo>
                <a:cubicBezTo>
                  <a:pt x="-3929" y="281345"/>
                  <a:pt x="-3929" y="255913"/>
                  <a:pt x="11787" y="240197"/>
                </a:cubicBezTo>
                <a:lnTo>
                  <a:pt x="97560" y="154424"/>
                </a:lnTo>
                <a:lnTo>
                  <a:pt x="11787" y="68651"/>
                </a:lnTo>
                <a:cubicBezTo>
                  <a:pt x="-3929" y="52935"/>
                  <a:pt x="-3929" y="27503"/>
                  <a:pt x="11787" y="11787"/>
                </a:cubicBezTo>
                <a:cubicBezTo>
                  <a:pt x="19645" y="3929"/>
                  <a:pt x="29932" y="0"/>
                  <a:pt x="40219" y="0"/>
                </a:cubicBezTo>
                <a:close/>
              </a:path>
            </a:pathLst>
          </a:custGeom>
          <a:solidFill>
            <a:srgbClr val="232020"/>
          </a:solidFill>
          <a:ln>
            <a:noFill/>
          </a:ln>
          <a:effectLst>
            <a:outerShdw rotWithShape="0" algn="tl" dir="2700000" dist="38100">
              <a:srgbClr val="FFDF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144" name="Google Shape;144;p15"/>
          <p:cNvSpPr/>
          <p:nvPr/>
        </p:nvSpPr>
        <p:spPr>
          <a:xfrm flipH="1">
            <a:off x="10539012" y="5469821"/>
            <a:ext cx="1365681" cy="1040252"/>
          </a:xfrm>
          <a:custGeom>
            <a:rect b="b" l="l" r="r" t="t"/>
            <a:pathLst>
              <a:path extrusionOk="0" h="1040252" w="1365681">
                <a:moveTo>
                  <a:pt x="572197" y="726006"/>
                </a:moveTo>
                <a:cubicBezTo>
                  <a:pt x="511878" y="726006"/>
                  <a:pt x="462742" y="775143"/>
                  <a:pt x="462742" y="835462"/>
                </a:cubicBezTo>
                <a:cubicBezTo>
                  <a:pt x="462742" y="895780"/>
                  <a:pt x="511878" y="944916"/>
                  <a:pt x="572197" y="944916"/>
                </a:cubicBezTo>
                <a:cubicBezTo>
                  <a:pt x="632515" y="944916"/>
                  <a:pt x="681653" y="895780"/>
                  <a:pt x="681653" y="835462"/>
                </a:cubicBezTo>
                <a:cubicBezTo>
                  <a:pt x="681539" y="775143"/>
                  <a:pt x="632515" y="726006"/>
                  <a:pt x="572197" y="726006"/>
                </a:cubicBezTo>
                <a:close/>
                <a:moveTo>
                  <a:pt x="572197" y="630671"/>
                </a:moveTo>
                <a:cubicBezTo>
                  <a:pt x="685154" y="630671"/>
                  <a:pt x="776988" y="722504"/>
                  <a:pt x="776988" y="835462"/>
                </a:cubicBezTo>
                <a:cubicBezTo>
                  <a:pt x="776988" y="948418"/>
                  <a:pt x="685042" y="1040252"/>
                  <a:pt x="572197" y="1040252"/>
                </a:cubicBezTo>
                <a:cubicBezTo>
                  <a:pt x="459240" y="1040252"/>
                  <a:pt x="367408" y="948305"/>
                  <a:pt x="367408" y="835462"/>
                </a:cubicBezTo>
                <a:cubicBezTo>
                  <a:pt x="367408" y="722617"/>
                  <a:pt x="459240" y="630671"/>
                  <a:pt x="572197" y="630671"/>
                </a:cubicBezTo>
                <a:close/>
                <a:moveTo>
                  <a:pt x="24654" y="235321"/>
                </a:moveTo>
                <a:cubicBezTo>
                  <a:pt x="33818" y="231806"/>
                  <a:pt x="44324" y="231778"/>
                  <a:pt x="53981" y="236070"/>
                </a:cubicBezTo>
                <a:lnTo>
                  <a:pt x="288818" y="340893"/>
                </a:lnTo>
                <a:cubicBezTo>
                  <a:pt x="308133" y="349478"/>
                  <a:pt x="316830" y="372182"/>
                  <a:pt x="308246" y="391610"/>
                </a:cubicBezTo>
                <a:cubicBezTo>
                  <a:pt x="301808" y="405843"/>
                  <a:pt x="287801" y="414314"/>
                  <a:pt x="273116" y="414314"/>
                </a:cubicBezTo>
                <a:cubicBezTo>
                  <a:pt x="267921" y="414314"/>
                  <a:pt x="262612" y="413185"/>
                  <a:pt x="257528" y="410926"/>
                </a:cubicBezTo>
                <a:lnTo>
                  <a:pt x="22693" y="306216"/>
                </a:lnTo>
                <a:cubicBezTo>
                  <a:pt x="3376" y="297518"/>
                  <a:pt x="-5321" y="274814"/>
                  <a:pt x="3376" y="255498"/>
                </a:cubicBezTo>
                <a:cubicBezTo>
                  <a:pt x="7668" y="245840"/>
                  <a:pt x="15491" y="238837"/>
                  <a:pt x="24654" y="235321"/>
                </a:cubicBezTo>
                <a:close/>
                <a:moveTo>
                  <a:pt x="1317337" y="0"/>
                </a:moveTo>
                <a:cubicBezTo>
                  <a:pt x="1344107" y="0"/>
                  <a:pt x="1365681" y="21688"/>
                  <a:pt x="1365681" y="48459"/>
                </a:cubicBezTo>
                <a:cubicBezTo>
                  <a:pt x="1365681" y="75229"/>
                  <a:pt x="1343994" y="96917"/>
                  <a:pt x="1317224" y="96917"/>
                </a:cubicBezTo>
                <a:cubicBezTo>
                  <a:pt x="1290453" y="96917"/>
                  <a:pt x="1268877" y="75229"/>
                  <a:pt x="1268877" y="48459"/>
                </a:cubicBezTo>
                <a:cubicBezTo>
                  <a:pt x="1268877" y="21688"/>
                  <a:pt x="1290566" y="0"/>
                  <a:pt x="1317337" y="0"/>
                </a:cubicBezTo>
                <a:close/>
              </a:path>
            </a:pathLst>
          </a:custGeom>
          <a:solidFill>
            <a:srgbClr val="232020"/>
          </a:solidFill>
          <a:ln>
            <a:noFill/>
          </a:ln>
          <a:effectLst>
            <a:outerShdw rotWithShape="0" algn="tl" dir="2700000" dist="38100">
              <a:srgbClr val="FFDF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145" name="Google Shape;145;p15"/>
          <p:cNvSpPr/>
          <p:nvPr/>
        </p:nvSpPr>
        <p:spPr>
          <a:xfrm>
            <a:off x="287307" y="3811994"/>
            <a:ext cx="4316108" cy="2856827"/>
          </a:xfrm>
          <a:custGeom>
            <a:rect b="b" l="l" r="r" t="t"/>
            <a:pathLst>
              <a:path extrusionOk="0" h="2856827" w="4316108">
                <a:moveTo>
                  <a:pt x="487775" y="2547955"/>
                </a:moveTo>
                <a:cubicBezTo>
                  <a:pt x="498062" y="2547955"/>
                  <a:pt x="508349" y="2551860"/>
                  <a:pt x="516160" y="2559766"/>
                </a:cubicBezTo>
                <a:lnTo>
                  <a:pt x="601932" y="2645538"/>
                </a:lnTo>
                <a:lnTo>
                  <a:pt x="687800" y="2559670"/>
                </a:lnTo>
                <a:cubicBezTo>
                  <a:pt x="695611" y="2551860"/>
                  <a:pt x="705898" y="2547955"/>
                  <a:pt x="716185" y="2547955"/>
                </a:cubicBezTo>
                <a:cubicBezTo>
                  <a:pt x="726472" y="2547955"/>
                  <a:pt x="736759" y="2551860"/>
                  <a:pt x="744569" y="2559766"/>
                </a:cubicBezTo>
                <a:cubicBezTo>
                  <a:pt x="760286" y="2575482"/>
                  <a:pt x="760286" y="2600914"/>
                  <a:pt x="744569" y="2616630"/>
                </a:cubicBezTo>
                <a:lnTo>
                  <a:pt x="658797" y="2702403"/>
                </a:lnTo>
                <a:lnTo>
                  <a:pt x="744569" y="2788175"/>
                </a:lnTo>
                <a:cubicBezTo>
                  <a:pt x="760286" y="2803891"/>
                  <a:pt x="760286" y="2829323"/>
                  <a:pt x="744569" y="2845040"/>
                </a:cubicBezTo>
                <a:cubicBezTo>
                  <a:pt x="728853" y="2860756"/>
                  <a:pt x="703421" y="2860756"/>
                  <a:pt x="687705" y="2845040"/>
                </a:cubicBezTo>
                <a:lnTo>
                  <a:pt x="601968" y="2759231"/>
                </a:lnTo>
                <a:lnTo>
                  <a:pt x="516255" y="2844944"/>
                </a:lnTo>
                <a:cubicBezTo>
                  <a:pt x="500539" y="2860660"/>
                  <a:pt x="475107" y="2860660"/>
                  <a:pt x="459391" y="2844944"/>
                </a:cubicBezTo>
                <a:cubicBezTo>
                  <a:pt x="443675" y="2829228"/>
                  <a:pt x="443675" y="2803796"/>
                  <a:pt x="459391" y="2788080"/>
                </a:cubicBezTo>
                <a:lnTo>
                  <a:pt x="545128" y="2702343"/>
                </a:lnTo>
                <a:lnTo>
                  <a:pt x="459391" y="2616535"/>
                </a:lnTo>
                <a:cubicBezTo>
                  <a:pt x="443675" y="2600818"/>
                  <a:pt x="443675" y="2575387"/>
                  <a:pt x="459391" y="2559670"/>
                </a:cubicBezTo>
                <a:cubicBezTo>
                  <a:pt x="467201" y="2551860"/>
                  <a:pt x="477488" y="2547955"/>
                  <a:pt x="487775" y="2547955"/>
                </a:cubicBezTo>
                <a:close/>
                <a:moveTo>
                  <a:pt x="40862" y="2411835"/>
                </a:moveTo>
                <a:cubicBezTo>
                  <a:pt x="63436" y="2411835"/>
                  <a:pt x="81724" y="2430123"/>
                  <a:pt x="81724" y="2452697"/>
                </a:cubicBezTo>
                <a:cubicBezTo>
                  <a:pt x="81724" y="2475271"/>
                  <a:pt x="63436" y="2493559"/>
                  <a:pt x="40862" y="2493559"/>
                </a:cubicBezTo>
                <a:cubicBezTo>
                  <a:pt x="18288" y="2493559"/>
                  <a:pt x="0" y="2475271"/>
                  <a:pt x="0" y="2452697"/>
                </a:cubicBezTo>
                <a:cubicBezTo>
                  <a:pt x="0" y="2430123"/>
                  <a:pt x="18288" y="2411835"/>
                  <a:pt x="40862" y="2411835"/>
                </a:cubicBezTo>
                <a:close/>
                <a:moveTo>
                  <a:pt x="4080415" y="2308286"/>
                </a:moveTo>
                <a:lnTo>
                  <a:pt x="4037267" y="2469259"/>
                </a:lnTo>
                <a:lnTo>
                  <a:pt x="4198240" y="2426111"/>
                </a:lnTo>
                <a:close/>
                <a:moveTo>
                  <a:pt x="4049173" y="2191796"/>
                </a:moveTo>
                <a:cubicBezTo>
                  <a:pt x="4063080" y="2188081"/>
                  <a:pt x="4077843" y="2192081"/>
                  <a:pt x="4088035" y="2202178"/>
                </a:cubicBezTo>
                <a:lnTo>
                  <a:pt x="4304348" y="2418491"/>
                </a:lnTo>
                <a:cubicBezTo>
                  <a:pt x="4314540" y="2428682"/>
                  <a:pt x="4318445" y="2443446"/>
                  <a:pt x="4314730" y="2457353"/>
                </a:cubicBezTo>
                <a:cubicBezTo>
                  <a:pt x="4311015" y="2471259"/>
                  <a:pt x="4300157" y="2482023"/>
                  <a:pt x="4286346" y="2485737"/>
                </a:cubicBezTo>
                <a:lnTo>
                  <a:pt x="3990880" y="2564890"/>
                </a:lnTo>
                <a:cubicBezTo>
                  <a:pt x="3976974" y="2568605"/>
                  <a:pt x="3962210" y="2564604"/>
                  <a:pt x="3952018" y="2554508"/>
                </a:cubicBezTo>
                <a:cubicBezTo>
                  <a:pt x="3941826" y="2544316"/>
                  <a:pt x="3937921" y="2529552"/>
                  <a:pt x="3941636" y="2515646"/>
                </a:cubicBezTo>
                <a:lnTo>
                  <a:pt x="4020789" y="2220180"/>
                </a:lnTo>
                <a:cubicBezTo>
                  <a:pt x="4024503" y="2206274"/>
                  <a:pt x="4035362" y="2195510"/>
                  <a:pt x="4049173" y="2191796"/>
                </a:cubicBezTo>
                <a:close/>
                <a:moveTo>
                  <a:pt x="3251166" y="234127"/>
                </a:moveTo>
                <a:cubicBezTo>
                  <a:pt x="3258893" y="231162"/>
                  <a:pt x="3267751" y="231139"/>
                  <a:pt x="3275895" y="234758"/>
                </a:cubicBezTo>
                <a:lnTo>
                  <a:pt x="3473919" y="323150"/>
                </a:lnTo>
                <a:cubicBezTo>
                  <a:pt x="3490207" y="330389"/>
                  <a:pt x="3497541" y="349534"/>
                  <a:pt x="3490302" y="365917"/>
                </a:cubicBezTo>
                <a:cubicBezTo>
                  <a:pt x="3484873" y="377918"/>
                  <a:pt x="3473062" y="385062"/>
                  <a:pt x="3460680" y="385062"/>
                </a:cubicBezTo>
                <a:cubicBezTo>
                  <a:pt x="3456298" y="385062"/>
                  <a:pt x="3451821" y="384110"/>
                  <a:pt x="3447535" y="382205"/>
                </a:cubicBezTo>
                <a:lnTo>
                  <a:pt x="3249510" y="293908"/>
                </a:lnTo>
                <a:cubicBezTo>
                  <a:pt x="3233223" y="286574"/>
                  <a:pt x="3225888" y="267428"/>
                  <a:pt x="3233223" y="251141"/>
                </a:cubicBezTo>
                <a:cubicBezTo>
                  <a:pt x="3236842" y="242997"/>
                  <a:pt x="3243438" y="237092"/>
                  <a:pt x="3251166" y="234127"/>
                </a:cubicBezTo>
                <a:close/>
                <a:moveTo>
                  <a:pt x="2829904" y="80486"/>
                </a:moveTo>
                <a:cubicBezTo>
                  <a:pt x="2779041" y="80486"/>
                  <a:pt x="2737607" y="121920"/>
                  <a:pt x="2737607" y="172783"/>
                </a:cubicBezTo>
                <a:cubicBezTo>
                  <a:pt x="2737607" y="223647"/>
                  <a:pt x="2779041" y="265081"/>
                  <a:pt x="2829904" y="265081"/>
                </a:cubicBezTo>
                <a:cubicBezTo>
                  <a:pt x="2880768" y="265081"/>
                  <a:pt x="2922201" y="223647"/>
                  <a:pt x="2922201" y="172783"/>
                </a:cubicBezTo>
                <a:cubicBezTo>
                  <a:pt x="2922201" y="121825"/>
                  <a:pt x="2880768" y="80486"/>
                  <a:pt x="2829904" y="80486"/>
                </a:cubicBezTo>
                <a:close/>
                <a:moveTo>
                  <a:pt x="2829904" y="0"/>
                </a:moveTo>
                <a:cubicBezTo>
                  <a:pt x="2925154" y="0"/>
                  <a:pt x="3002592" y="77438"/>
                  <a:pt x="3002592" y="172688"/>
                </a:cubicBezTo>
                <a:cubicBezTo>
                  <a:pt x="3002592" y="267938"/>
                  <a:pt x="2925154" y="345376"/>
                  <a:pt x="2829904" y="345376"/>
                </a:cubicBezTo>
                <a:cubicBezTo>
                  <a:pt x="2734654" y="345376"/>
                  <a:pt x="2657216" y="267938"/>
                  <a:pt x="2657216" y="172688"/>
                </a:cubicBezTo>
                <a:cubicBezTo>
                  <a:pt x="2657216" y="77438"/>
                  <a:pt x="2734654" y="0"/>
                  <a:pt x="2829904" y="0"/>
                </a:cubicBezTo>
                <a:close/>
              </a:path>
            </a:pathLst>
          </a:custGeom>
          <a:solidFill>
            <a:srgbClr val="232020"/>
          </a:solidFill>
          <a:ln>
            <a:noFill/>
          </a:ln>
          <a:effectLst>
            <a:outerShdw rotWithShape="0" algn="tl" dir="2700000" dist="38100">
              <a:schemeClr val="lt1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146" name="Google Shape;146;p15"/>
          <p:cNvSpPr/>
          <p:nvPr/>
        </p:nvSpPr>
        <p:spPr>
          <a:xfrm flipH="1">
            <a:off x="10877577" y="228374"/>
            <a:ext cx="1024359" cy="377855"/>
          </a:xfrm>
          <a:custGeom>
            <a:rect b="b" l="l" r="r" t="t"/>
            <a:pathLst>
              <a:path extrusionOk="0" h="377855" w="1024359">
                <a:moveTo>
                  <a:pt x="278841" y="96997"/>
                </a:moveTo>
                <a:lnTo>
                  <a:pt x="117869" y="140145"/>
                </a:lnTo>
                <a:lnTo>
                  <a:pt x="235692" y="257969"/>
                </a:lnTo>
                <a:close/>
                <a:moveTo>
                  <a:pt x="755730" y="69079"/>
                </a:moveTo>
                <a:cubicBezTo>
                  <a:pt x="766017" y="69079"/>
                  <a:pt x="776304" y="73008"/>
                  <a:pt x="784161" y="80866"/>
                </a:cubicBezTo>
                <a:lnTo>
                  <a:pt x="869887" y="166591"/>
                </a:lnTo>
                <a:lnTo>
                  <a:pt x="955612" y="80866"/>
                </a:lnTo>
                <a:cubicBezTo>
                  <a:pt x="963471" y="73008"/>
                  <a:pt x="973757" y="69079"/>
                  <a:pt x="984044" y="69079"/>
                </a:cubicBezTo>
                <a:cubicBezTo>
                  <a:pt x="994332" y="69079"/>
                  <a:pt x="1004618" y="73008"/>
                  <a:pt x="1012477" y="80866"/>
                </a:cubicBezTo>
                <a:cubicBezTo>
                  <a:pt x="1028193" y="96582"/>
                  <a:pt x="1028193" y="122014"/>
                  <a:pt x="1012477" y="137730"/>
                </a:cubicBezTo>
                <a:lnTo>
                  <a:pt x="926733" y="223437"/>
                </a:lnTo>
                <a:lnTo>
                  <a:pt x="1012572" y="309275"/>
                </a:lnTo>
                <a:cubicBezTo>
                  <a:pt x="1028288" y="324992"/>
                  <a:pt x="1028288" y="350423"/>
                  <a:pt x="1012572" y="366140"/>
                </a:cubicBezTo>
                <a:cubicBezTo>
                  <a:pt x="1004665" y="373950"/>
                  <a:pt x="994378" y="377855"/>
                  <a:pt x="984093" y="377855"/>
                </a:cubicBezTo>
                <a:cubicBezTo>
                  <a:pt x="973805" y="377855"/>
                  <a:pt x="963517" y="373950"/>
                  <a:pt x="955707" y="366044"/>
                </a:cubicBezTo>
                <a:lnTo>
                  <a:pt x="869887" y="280260"/>
                </a:lnTo>
                <a:lnTo>
                  <a:pt x="784068" y="366044"/>
                </a:lnTo>
                <a:cubicBezTo>
                  <a:pt x="776256" y="373950"/>
                  <a:pt x="765969" y="377855"/>
                  <a:pt x="755683" y="377855"/>
                </a:cubicBezTo>
                <a:cubicBezTo>
                  <a:pt x="745396" y="377855"/>
                  <a:pt x="735108" y="373950"/>
                  <a:pt x="727299" y="366044"/>
                </a:cubicBezTo>
                <a:cubicBezTo>
                  <a:pt x="711583" y="350328"/>
                  <a:pt x="711583" y="324896"/>
                  <a:pt x="727299" y="309180"/>
                </a:cubicBezTo>
                <a:lnTo>
                  <a:pt x="813040" y="223438"/>
                </a:lnTo>
                <a:lnTo>
                  <a:pt x="727297" y="137730"/>
                </a:lnTo>
                <a:cubicBezTo>
                  <a:pt x="711581" y="122014"/>
                  <a:pt x="711581" y="96582"/>
                  <a:pt x="727297" y="80866"/>
                </a:cubicBezTo>
                <a:cubicBezTo>
                  <a:pt x="735156" y="73008"/>
                  <a:pt x="745442" y="69079"/>
                  <a:pt x="755730" y="69079"/>
                </a:cubicBezTo>
                <a:close/>
                <a:moveTo>
                  <a:pt x="325227" y="1366"/>
                </a:moveTo>
                <a:cubicBezTo>
                  <a:pt x="339133" y="-2349"/>
                  <a:pt x="353897" y="1651"/>
                  <a:pt x="364090" y="11748"/>
                </a:cubicBezTo>
                <a:cubicBezTo>
                  <a:pt x="374282" y="21940"/>
                  <a:pt x="378186" y="36703"/>
                  <a:pt x="374472" y="50610"/>
                </a:cubicBezTo>
                <a:lnTo>
                  <a:pt x="295318" y="346075"/>
                </a:lnTo>
                <a:cubicBezTo>
                  <a:pt x="291604" y="359982"/>
                  <a:pt x="280745" y="370745"/>
                  <a:pt x="266935" y="374460"/>
                </a:cubicBezTo>
                <a:cubicBezTo>
                  <a:pt x="253027" y="378175"/>
                  <a:pt x="238265" y="374174"/>
                  <a:pt x="228073" y="364078"/>
                </a:cubicBezTo>
                <a:lnTo>
                  <a:pt x="11759" y="147765"/>
                </a:lnTo>
                <a:cubicBezTo>
                  <a:pt x="1567" y="137573"/>
                  <a:pt x="-2338" y="122809"/>
                  <a:pt x="1378" y="108903"/>
                </a:cubicBezTo>
                <a:cubicBezTo>
                  <a:pt x="5092" y="94996"/>
                  <a:pt x="15950" y="84233"/>
                  <a:pt x="29762" y="80518"/>
                </a:cubicBezTo>
                <a:close/>
              </a:path>
            </a:pathLst>
          </a:custGeom>
          <a:solidFill>
            <a:srgbClr val="232020"/>
          </a:solidFill>
          <a:ln>
            <a:noFill/>
          </a:ln>
          <a:effectLst>
            <a:outerShdw rotWithShape="0" algn="tl" dir="2700000" dist="38100">
              <a:srgbClr val="FFDF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PPTMON slide">
  <p:cSld name="13_PPTMON slide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6"/>
          <p:cNvSpPr/>
          <p:nvPr/>
        </p:nvSpPr>
        <p:spPr>
          <a:xfrm>
            <a:off x="3445933" y="-2"/>
            <a:ext cx="8746067" cy="6858001"/>
          </a:xfrm>
          <a:prstGeom prst="rect">
            <a:avLst/>
          </a:prstGeom>
          <a:solidFill>
            <a:srgbClr val="FFD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pic>
        <p:nvPicPr>
          <p:cNvPr id="149" name="Google Shape;149;p1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29909" r="0" t="0"/>
          <a:stretch/>
        </p:blipFill>
        <p:spPr>
          <a:xfrm>
            <a:off x="5771192" y="6908968"/>
            <a:ext cx="2239204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6">
            <a:hlinkClick r:id="rId4"/>
          </p:cNvPr>
          <p:cNvSpPr txBox="1"/>
          <p:nvPr/>
        </p:nvSpPr>
        <p:spPr>
          <a:xfrm>
            <a:off x="4181605" y="6964689"/>
            <a:ext cx="2690631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Presentation template by</a:t>
            </a:r>
            <a:endParaRPr sz="1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6"/>
          <p:cNvSpPr/>
          <p:nvPr/>
        </p:nvSpPr>
        <p:spPr>
          <a:xfrm rot="10800000">
            <a:off x="291794" y="5346236"/>
            <a:ext cx="1076586" cy="1163837"/>
          </a:xfrm>
          <a:custGeom>
            <a:rect b="b" l="l" r="r" t="t"/>
            <a:pathLst>
              <a:path extrusionOk="0" h="1163837" w="1076586">
                <a:moveTo>
                  <a:pt x="731210" y="1082112"/>
                </a:moveTo>
                <a:cubicBezTo>
                  <a:pt x="753784" y="1082112"/>
                  <a:pt x="772072" y="1100401"/>
                  <a:pt x="772072" y="1122975"/>
                </a:cubicBezTo>
                <a:cubicBezTo>
                  <a:pt x="772072" y="1145549"/>
                  <a:pt x="753784" y="1163837"/>
                  <a:pt x="731210" y="1163837"/>
                </a:cubicBezTo>
                <a:cubicBezTo>
                  <a:pt x="708636" y="1163837"/>
                  <a:pt x="690348" y="1145549"/>
                  <a:pt x="690348" y="1122975"/>
                </a:cubicBezTo>
                <a:cubicBezTo>
                  <a:pt x="690348" y="1100401"/>
                  <a:pt x="708636" y="1082112"/>
                  <a:pt x="731210" y="1082112"/>
                </a:cubicBezTo>
                <a:close/>
                <a:moveTo>
                  <a:pt x="903898" y="388120"/>
                </a:moveTo>
                <a:cubicBezTo>
                  <a:pt x="853035" y="388120"/>
                  <a:pt x="811601" y="429554"/>
                  <a:pt x="811601" y="480417"/>
                </a:cubicBezTo>
                <a:cubicBezTo>
                  <a:pt x="811601" y="531281"/>
                  <a:pt x="853035" y="572715"/>
                  <a:pt x="903898" y="572715"/>
                </a:cubicBezTo>
                <a:cubicBezTo>
                  <a:pt x="954762" y="572715"/>
                  <a:pt x="996195" y="531281"/>
                  <a:pt x="996195" y="480417"/>
                </a:cubicBezTo>
                <a:cubicBezTo>
                  <a:pt x="996195" y="429459"/>
                  <a:pt x="954762" y="388120"/>
                  <a:pt x="903898" y="388120"/>
                </a:cubicBezTo>
                <a:close/>
                <a:moveTo>
                  <a:pt x="903898" y="307634"/>
                </a:moveTo>
                <a:cubicBezTo>
                  <a:pt x="999148" y="307634"/>
                  <a:pt x="1076586" y="385072"/>
                  <a:pt x="1076586" y="480322"/>
                </a:cubicBezTo>
                <a:cubicBezTo>
                  <a:pt x="1076586" y="575572"/>
                  <a:pt x="999148" y="653010"/>
                  <a:pt x="903898" y="653010"/>
                </a:cubicBezTo>
                <a:cubicBezTo>
                  <a:pt x="808648" y="653010"/>
                  <a:pt x="731210" y="575572"/>
                  <a:pt x="731210" y="480322"/>
                </a:cubicBezTo>
                <a:cubicBezTo>
                  <a:pt x="731210" y="385072"/>
                  <a:pt x="808648" y="307634"/>
                  <a:pt x="903898" y="307634"/>
                </a:cubicBezTo>
                <a:close/>
                <a:moveTo>
                  <a:pt x="40219" y="0"/>
                </a:moveTo>
                <a:cubicBezTo>
                  <a:pt x="50506" y="0"/>
                  <a:pt x="60793" y="3929"/>
                  <a:pt x="68651" y="11787"/>
                </a:cubicBezTo>
                <a:lnTo>
                  <a:pt x="154424" y="97560"/>
                </a:lnTo>
                <a:lnTo>
                  <a:pt x="240101" y="11883"/>
                </a:lnTo>
                <a:cubicBezTo>
                  <a:pt x="247959" y="4025"/>
                  <a:pt x="258246" y="96"/>
                  <a:pt x="268533" y="96"/>
                </a:cubicBezTo>
                <a:cubicBezTo>
                  <a:pt x="278820" y="96"/>
                  <a:pt x="289107" y="4025"/>
                  <a:pt x="296965" y="11883"/>
                </a:cubicBezTo>
                <a:cubicBezTo>
                  <a:pt x="312682" y="27599"/>
                  <a:pt x="312682" y="53031"/>
                  <a:pt x="296965" y="68747"/>
                </a:cubicBezTo>
                <a:lnTo>
                  <a:pt x="211289" y="154424"/>
                </a:lnTo>
                <a:lnTo>
                  <a:pt x="297061" y="240196"/>
                </a:lnTo>
                <a:cubicBezTo>
                  <a:pt x="312777" y="255913"/>
                  <a:pt x="312777" y="281344"/>
                  <a:pt x="297061" y="297061"/>
                </a:cubicBezTo>
                <a:cubicBezTo>
                  <a:pt x="289155" y="304966"/>
                  <a:pt x="278868" y="308872"/>
                  <a:pt x="268581" y="308872"/>
                </a:cubicBezTo>
                <a:cubicBezTo>
                  <a:pt x="258294" y="308872"/>
                  <a:pt x="248007" y="304966"/>
                  <a:pt x="240197" y="297061"/>
                </a:cubicBezTo>
                <a:lnTo>
                  <a:pt x="154424" y="211289"/>
                </a:lnTo>
                <a:lnTo>
                  <a:pt x="68556" y="297157"/>
                </a:lnTo>
                <a:cubicBezTo>
                  <a:pt x="60746" y="304967"/>
                  <a:pt x="50458" y="308872"/>
                  <a:pt x="40172" y="308872"/>
                </a:cubicBezTo>
                <a:cubicBezTo>
                  <a:pt x="29884" y="308872"/>
                  <a:pt x="19597" y="304967"/>
                  <a:pt x="11787" y="297061"/>
                </a:cubicBezTo>
                <a:cubicBezTo>
                  <a:pt x="-3929" y="281345"/>
                  <a:pt x="-3929" y="255913"/>
                  <a:pt x="11787" y="240197"/>
                </a:cubicBezTo>
                <a:lnTo>
                  <a:pt x="97560" y="154424"/>
                </a:lnTo>
                <a:lnTo>
                  <a:pt x="11787" y="68651"/>
                </a:lnTo>
                <a:cubicBezTo>
                  <a:pt x="-3929" y="52935"/>
                  <a:pt x="-3929" y="27503"/>
                  <a:pt x="11787" y="11787"/>
                </a:cubicBezTo>
                <a:cubicBezTo>
                  <a:pt x="19645" y="3929"/>
                  <a:pt x="29932" y="0"/>
                  <a:pt x="40219" y="0"/>
                </a:cubicBezTo>
                <a:close/>
              </a:path>
            </a:pathLst>
          </a:custGeom>
          <a:solidFill>
            <a:srgbClr val="232020"/>
          </a:solidFill>
          <a:ln>
            <a:noFill/>
          </a:ln>
          <a:effectLst>
            <a:outerShdw rotWithShape="0" algn="tl" dir="2700000" dist="38100">
              <a:srgbClr val="FFDF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152" name="Google Shape;152;p16"/>
          <p:cNvSpPr/>
          <p:nvPr/>
        </p:nvSpPr>
        <p:spPr>
          <a:xfrm rot="10800000">
            <a:off x="10539012" y="142809"/>
            <a:ext cx="1365681" cy="1040252"/>
          </a:xfrm>
          <a:custGeom>
            <a:rect b="b" l="l" r="r" t="t"/>
            <a:pathLst>
              <a:path extrusionOk="0" h="1040252" w="1365681">
                <a:moveTo>
                  <a:pt x="572197" y="726006"/>
                </a:moveTo>
                <a:cubicBezTo>
                  <a:pt x="511878" y="726006"/>
                  <a:pt x="462742" y="775143"/>
                  <a:pt x="462742" y="835462"/>
                </a:cubicBezTo>
                <a:cubicBezTo>
                  <a:pt x="462742" y="895780"/>
                  <a:pt x="511878" y="944916"/>
                  <a:pt x="572197" y="944916"/>
                </a:cubicBezTo>
                <a:cubicBezTo>
                  <a:pt x="632515" y="944916"/>
                  <a:pt x="681653" y="895780"/>
                  <a:pt x="681653" y="835462"/>
                </a:cubicBezTo>
                <a:cubicBezTo>
                  <a:pt x="681539" y="775143"/>
                  <a:pt x="632515" y="726006"/>
                  <a:pt x="572197" y="726006"/>
                </a:cubicBezTo>
                <a:close/>
                <a:moveTo>
                  <a:pt x="572197" y="630671"/>
                </a:moveTo>
                <a:cubicBezTo>
                  <a:pt x="685154" y="630671"/>
                  <a:pt x="776988" y="722504"/>
                  <a:pt x="776988" y="835462"/>
                </a:cubicBezTo>
                <a:cubicBezTo>
                  <a:pt x="776988" y="948418"/>
                  <a:pt x="685042" y="1040252"/>
                  <a:pt x="572197" y="1040252"/>
                </a:cubicBezTo>
                <a:cubicBezTo>
                  <a:pt x="459240" y="1040252"/>
                  <a:pt x="367408" y="948305"/>
                  <a:pt x="367408" y="835462"/>
                </a:cubicBezTo>
                <a:cubicBezTo>
                  <a:pt x="367408" y="722617"/>
                  <a:pt x="459240" y="630671"/>
                  <a:pt x="572197" y="630671"/>
                </a:cubicBezTo>
                <a:close/>
                <a:moveTo>
                  <a:pt x="24654" y="235321"/>
                </a:moveTo>
                <a:cubicBezTo>
                  <a:pt x="33818" y="231806"/>
                  <a:pt x="44324" y="231778"/>
                  <a:pt x="53981" y="236070"/>
                </a:cubicBezTo>
                <a:lnTo>
                  <a:pt x="288818" y="340893"/>
                </a:lnTo>
                <a:cubicBezTo>
                  <a:pt x="308133" y="349478"/>
                  <a:pt x="316830" y="372182"/>
                  <a:pt x="308246" y="391610"/>
                </a:cubicBezTo>
                <a:cubicBezTo>
                  <a:pt x="301808" y="405843"/>
                  <a:pt x="287801" y="414314"/>
                  <a:pt x="273116" y="414314"/>
                </a:cubicBezTo>
                <a:cubicBezTo>
                  <a:pt x="267921" y="414314"/>
                  <a:pt x="262612" y="413185"/>
                  <a:pt x="257528" y="410926"/>
                </a:cubicBezTo>
                <a:lnTo>
                  <a:pt x="22693" y="306216"/>
                </a:lnTo>
                <a:cubicBezTo>
                  <a:pt x="3376" y="297518"/>
                  <a:pt x="-5321" y="274814"/>
                  <a:pt x="3376" y="255498"/>
                </a:cubicBezTo>
                <a:cubicBezTo>
                  <a:pt x="7668" y="245840"/>
                  <a:pt x="15491" y="238837"/>
                  <a:pt x="24654" y="235321"/>
                </a:cubicBezTo>
                <a:close/>
                <a:moveTo>
                  <a:pt x="1317337" y="0"/>
                </a:moveTo>
                <a:cubicBezTo>
                  <a:pt x="1344107" y="0"/>
                  <a:pt x="1365681" y="21688"/>
                  <a:pt x="1365681" y="48459"/>
                </a:cubicBezTo>
                <a:cubicBezTo>
                  <a:pt x="1365681" y="75229"/>
                  <a:pt x="1343994" y="96917"/>
                  <a:pt x="1317224" y="96917"/>
                </a:cubicBezTo>
                <a:cubicBezTo>
                  <a:pt x="1290453" y="96917"/>
                  <a:pt x="1268877" y="75229"/>
                  <a:pt x="1268877" y="48459"/>
                </a:cubicBezTo>
                <a:cubicBezTo>
                  <a:pt x="1268877" y="21688"/>
                  <a:pt x="1290566" y="0"/>
                  <a:pt x="1317337" y="0"/>
                </a:cubicBezTo>
                <a:close/>
              </a:path>
            </a:pathLst>
          </a:custGeom>
          <a:solidFill>
            <a:srgbClr val="232020"/>
          </a:solidFill>
          <a:ln>
            <a:noFill/>
          </a:ln>
          <a:effectLst>
            <a:outerShdw rotWithShape="0" algn="tl" dir="2700000" dist="38100">
              <a:srgbClr val="FFDF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153" name="Google Shape;153;p16"/>
          <p:cNvSpPr/>
          <p:nvPr/>
        </p:nvSpPr>
        <p:spPr>
          <a:xfrm rot="10800000">
            <a:off x="2952581" y="142810"/>
            <a:ext cx="4316108" cy="2856827"/>
          </a:xfrm>
          <a:custGeom>
            <a:rect b="b" l="l" r="r" t="t"/>
            <a:pathLst>
              <a:path extrusionOk="0" h="2856827" w="4316108">
                <a:moveTo>
                  <a:pt x="487775" y="2547955"/>
                </a:moveTo>
                <a:cubicBezTo>
                  <a:pt x="498062" y="2547955"/>
                  <a:pt x="508349" y="2551860"/>
                  <a:pt x="516160" y="2559766"/>
                </a:cubicBezTo>
                <a:lnTo>
                  <a:pt x="601932" y="2645538"/>
                </a:lnTo>
                <a:lnTo>
                  <a:pt x="687800" y="2559670"/>
                </a:lnTo>
                <a:cubicBezTo>
                  <a:pt x="695611" y="2551860"/>
                  <a:pt x="705898" y="2547955"/>
                  <a:pt x="716185" y="2547955"/>
                </a:cubicBezTo>
                <a:cubicBezTo>
                  <a:pt x="726472" y="2547955"/>
                  <a:pt x="736759" y="2551860"/>
                  <a:pt x="744569" y="2559766"/>
                </a:cubicBezTo>
                <a:cubicBezTo>
                  <a:pt x="760286" y="2575482"/>
                  <a:pt x="760286" y="2600914"/>
                  <a:pt x="744569" y="2616630"/>
                </a:cubicBezTo>
                <a:lnTo>
                  <a:pt x="658797" y="2702403"/>
                </a:lnTo>
                <a:lnTo>
                  <a:pt x="744569" y="2788175"/>
                </a:lnTo>
                <a:cubicBezTo>
                  <a:pt x="760286" y="2803891"/>
                  <a:pt x="760286" y="2829323"/>
                  <a:pt x="744569" y="2845040"/>
                </a:cubicBezTo>
                <a:cubicBezTo>
                  <a:pt x="728853" y="2860756"/>
                  <a:pt x="703421" y="2860756"/>
                  <a:pt x="687705" y="2845040"/>
                </a:cubicBezTo>
                <a:lnTo>
                  <a:pt x="601968" y="2759231"/>
                </a:lnTo>
                <a:lnTo>
                  <a:pt x="516255" y="2844944"/>
                </a:lnTo>
                <a:cubicBezTo>
                  <a:pt x="500539" y="2860660"/>
                  <a:pt x="475107" y="2860660"/>
                  <a:pt x="459391" y="2844944"/>
                </a:cubicBezTo>
                <a:cubicBezTo>
                  <a:pt x="443675" y="2829228"/>
                  <a:pt x="443675" y="2803796"/>
                  <a:pt x="459391" y="2788080"/>
                </a:cubicBezTo>
                <a:lnTo>
                  <a:pt x="545128" y="2702343"/>
                </a:lnTo>
                <a:lnTo>
                  <a:pt x="459391" y="2616535"/>
                </a:lnTo>
                <a:cubicBezTo>
                  <a:pt x="443675" y="2600818"/>
                  <a:pt x="443675" y="2575387"/>
                  <a:pt x="459391" y="2559670"/>
                </a:cubicBezTo>
                <a:cubicBezTo>
                  <a:pt x="467201" y="2551860"/>
                  <a:pt x="477488" y="2547955"/>
                  <a:pt x="487775" y="2547955"/>
                </a:cubicBezTo>
                <a:close/>
                <a:moveTo>
                  <a:pt x="40862" y="2411835"/>
                </a:moveTo>
                <a:cubicBezTo>
                  <a:pt x="63436" y="2411835"/>
                  <a:pt x="81724" y="2430123"/>
                  <a:pt x="81724" y="2452697"/>
                </a:cubicBezTo>
                <a:cubicBezTo>
                  <a:pt x="81724" y="2475271"/>
                  <a:pt x="63436" y="2493559"/>
                  <a:pt x="40862" y="2493559"/>
                </a:cubicBezTo>
                <a:cubicBezTo>
                  <a:pt x="18288" y="2493559"/>
                  <a:pt x="0" y="2475271"/>
                  <a:pt x="0" y="2452697"/>
                </a:cubicBezTo>
                <a:cubicBezTo>
                  <a:pt x="0" y="2430123"/>
                  <a:pt x="18288" y="2411835"/>
                  <a:pt x="40862" y="2411835"/>
                </a:cubicBezTo>
                <a:close/>
                <a:moveTo>
                  <a:pt x="4080415" y="2308286"/>
                </a:moveTo>
                <a:lnTo>
                  <a:pt x="4037267" y="2469259"/>
                </a:lnTo>
                <a:lnTo>
                  <a:pt x="4198240" y="2426111"/>
                </a:lnTo>
                <a:close/>
                <a:moveTo>
                  <a:pt x="4049173" y="2191796"/>
                </a:moveTo>
                <a:cubicBezTo>
                  <a:pt x="4063080" y="2188081"/>
                  <a:pt x="4077843" y="2192081"/>
                  <a:pt x="4088035" y="2202178"/>
                </a:cubicBezTo>
                <a:lnTo>
                  <a:pt x="4304348" y="2418491"/>
                </a:lnTo>
                <a:cubicBezTo>
                  <a:pt x="4314540" y="2428682"/>
                  <a:pt x="4318445" y="2443446"/>
                  <a:pt x="4314730" y="2457353"/>
                </a:cubicBezTo>
                <a:cubicBezTo>
                  <a:pt x="4311015" y="2471259"/>
                  <a:pt x="4300157" y="2482023"/>
                  <a:pt x="4286346" y="2485737"/>
                </a:cubicBezTo>
                <a:lnTo>
                  <a:pt x="3990880" y="2564890"/>
                </a:lnTo>
                <a:cubicBezTo>
                  <a:pt x="3976974" y="2568605"/>
                  <a:pt x="3962210" y="2564604"/>
                  <a:pt x="3952018" y="2554508"/>
                </a:cubicBezTo>
                <a:cubicBezTo>
                  <a:pt x="3941826" y="2544316"/>
                  <a:pt x="3937921" y="2529552"/>
                  <a:pt x="3941636" y="2515646"/>
                </a:cubicBezTo>
                <a:lnTo>
                  <a:pt x="4020789" y="2220180"/>
                </a:lnTo>
                <a:cubicBezTo>
                  <a:pt x="4024503" y="2206274"/>
                  <a:pt x="4035362" y="2195510"/>
                  <a:pt x="4049173" y="2191796"/>
                </a:cubicBezTo>
                <a:close/>
                <a:moveTo>
                  <a:pt x="3251166" y="234127"/>
                </a:moveTo>
                <a:cubicBezTo>
                  <a:pt x="3258893" y="231162"/>
                  <a:pt x="3267751" y="231139"/>
                  <a:pt x="3275895" y="234758"/>
                </a:cubicBezTo>
                <a:lnTo>
                  <a:pt x="3473919" y="323150"/>
                </a:lnTo>
                <a:cubicBezTo>
                  <a:pt x="3490207" y="330389"/>
                  <a:pt x="3497541" y="349534"/>
                  <a:pt x="3490302" y="365917"/>
                </a:cubicBezTo>
                <a:cubicBezTo>
                  <a:pt x="3484873" y="377918"/>
                  <a:pt x="3473062" y="385062"/>
                  <a:pt x="3460680" y="385062"/>
                </a:cubicBezTo>
                <a:cubicBezTo>
                  <a:pt x="3456298" y="385062"/>
                  <a:pt x="3451821" y="384110"/>
                  <a:pt x="3447535" y="382205"/>
                </a:cubicBezTo>
                <a:lnTo>
                  <a:pt x="3249510" y="293908"/>
                </a:lnTo>
                <a:cubicBezTo>
                  <a:pt x="3233223" y="286574"/>
                  <a:pt x="3225888" y="267428"/>
                  <a:pt x="3233223" y="251141"/>
                </a:cubicBezTo>
                <a:cubicBezTo>
                  <a:pt x="3236842" y="242997"/>
                  <a:pt x="3243438" y="237092"/>
                  <a:pt x="3251166" y="234127"/>
                </a:cubicBezTo>
                <a:close/>
                <a:moveTo>
                  <a:pt x="2829904" y="80486"/>
                </a:moveTo>
                <a:cubicBezTo>
                  <a:pt x="2779041" y="80486"/>
                  <a:pt x="2737607" y="121920"/>
                  <a:pt x="2737607" y="172783"/>
                </a:cubicBezTo>
                <a:cubicBezTo>
                  <a:pt x="2737607" y="223647"/>
                  <a:pt x="2779041" y="265081"/>
                  <a:pt x="2829904" y="265081"/>
                </a:cubicBezTo>
                <a:cubicBezTo>
                  <a:pt x="2880768" y="265081"/>
                  <a:pt x="2922201" y="223647"/>
                  <a:pt x="2922201" y="172783"/>
                </a:cubicBezTo>
                <a:cubicBezTo>
                  <a:pt x="2922201" y="121825"/>
                  <a:pt x="2880768" y="80486"/>
                  <a:pt x="2829904" y="80486"/>
                </a:cubicBezTo>
                <a:close/>
                <a:moveTo>
                  <a:pt x="2829904" y="0"/>
                </a:moveTo>
                <a:cubicBezTo>
                  <a:pt x="2925154" y="0"/>
                  <a:pt x="3002592" y="77438"/>
                  <a:pt x="3002592" y="172688"/>
                </a:cubicBezTo>
                <a:cubicBezTo>
                  <a:pt x="3002592" y="267938"/>
                  <a:pt x="2925154" y="345376"/>
                  <a:pt x="2829904" y="345376"/>
                </a:cubicBezTo>
                <a:cubicBezTo>
                  <a:pt x="2734654" y="345376"/>
                  <a:pt x="2657216" y="267938"/>
                  <a:pt x="2657216" y="172688"/>
                </a:cubicBezTo>
                <a:cubicBezTo>
                  <a:pt x="2657216" y="77438"/>
                  <a:pt x="2734654" y="0"/>
                  <a:pt x="2829904" y="0"/>
                </a:cubicBezTo>
                <a:close/>
              </a:path>
            </a:pathLst>
          </a:custGeom>
          <a:solidFill>
            <a:srgbClr val="232020"/>
          </a:solidFill>
          <a:ln>
            <a:noFill/>
          </a:ln>
          <a:effectLst>
            <a:outerShdw rotWithShape="0" algn="tl" dir="2700000" dist="38100">
              <a:schemeClr val="lt1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154" name="Google Shape;154;p16"/>
          <p:cNvSpPr/>
          <p:nvPr/>
        </p:nvSpPr>
        <p:spPr>
          <a:xfrm rot="10800000">
            <a:off x="10877577" y="6046653"/>
            <a:ext cx="1024359" cy="377855"/>
          </a:xfrm>
          <a:custGeom>
            <a:rect b="b" l="l" r="r" t="t"/>
            <a:pathLst>
              <a:path extrusionOk="0" h="377855" w="1024359">
                <a:moveTo>
                  <a:pt x="278841" y="96997"/>
                </a:moveTo>
                <a:lnTo>
                  <a:pt x="117869" y="140145"/>
                </a:lnTo>
                <a:lnTo>
                  <a:pt x="235692" y="257969"/>
                </a:lnTo>
                <a:close/>
                <a:moveTo>
                  <a:pt x="755730" y="69079"/>
                </a:moveTo>
                <a:cubicBezTo>
                  <a:pt x="766017" y="69079"/>
                  <a:pt x="776304" y="73008"/>
                  <a:pt x="784161" y="80866"/>
                </a:cubicBezTo>
                <a:lnTo>
                  <a:pt x="869887" y="166591"/>
                </a:lnTo>
                <a:lnTo>
                  <a:pt x="955612" y="80866"/>
                </a:lnTo>
                <a:cubicBezTo>
                  <a:pt x="963471" y="73008"/>
                  <a:pt x="973757" y="69079"/>
                  <a:pt x="984044" y="69079"/>
                </a:cubicBezTo>
                <a:cubicBezTo>
                  <a:pt x="994332" y="69079"/>
                  <a:pt x="1004618" y="73008"/>
                  <a:pt x="1012477" y="80866"/>
                </a:cubicBezTo>
                <a:cubicBezTo>
                  <a:pt x="1028193" y="96582"/>
                  <a:pt x="1028193" y="122014"/>
                  <a:pt x="1012477" y="137730"/>
                </a:cubicBezTo>
                <a:lnTo>
                  <a:pt x="926733" y="223437"/>
                </a:lnTo>
                <a:lnTo>
                  <a:pt x="1012572" y="309275"/>
                </a:lnTo>
                <a:cubicBezTo>
                  <a:pt x="1028288" y="324992"/>
                  <a:pt x="1028288" y="350423"/>
                  <a:pt x="1012572" y="366140"/>
                </a:cubicBezTo>
                <a:cubicBezTo>
                  <a:pt x="1004665" y="373950"/>
                  <a:pt x="994378" y="377855"/>
                  <a:pt x="984093" y="377855"/>
                </a:cubicBezTo>
                <a:cubicBezTo>
                  <a:pt x="973805" y="377855"/>
                  <a:pt x="963517" y="373950"/>
                  <a:pt x="955707" y="366044"/>
                </a:cubicBezTo>
                <a:lnTo>
                  <a:pt x="869887" y="280260"/>
                </a:lnTo>
                <a:lnTo>
                  <a:pt x="784068" y="366044"/>
                </a:lnTo>
                <a:cubicBezTo>
                  <a:pt x="776256" y="373950"/>
                  <a:pt x="765969" y="377855"/>
                  <a:pt x="755683" y="377855"/>
                </a:cubicBezTo>
                <a:cubicBezTo>
                  <a:pt x="745396" y="377855"/>
                  <a:pt x="735108" y="373950"/>
                  <a:pt x="727299" y="366044"/>
                </a:cubicBezTo>
                <a:cubicBezTo>
                  <a:pt x="711583" y="350328"/>
                  <a:pt x="711583" y="324896"/>
                  <a:pt x="727299" y="309180"/>
                </a:cubicBezTo>
                <a:lnTo>
                  <a:pt x="813040" y="223438"/>
                </a:lnTo>
                <a:lnTo>
                  <a:pt x="727297" y="137730"/>
                </a:lnTo>
                <a:cubicBezTo>
                  <a:pt x="711581" y="122014"/>
                  <a:pt x="711581" y="96582"/>
                  <a:pt x="727297" y="80866"/>
                </a:cubicBezTo>
                <a:cubicBezTo>
                  <a:pt x="735156" y="73008"/>
                  <a:pt x="745442" y="69079"/>
                  <a:pt x="755730" y="69079"/>
                </a:cubicBezTo>
                <a:close/>
                <a:moveTo>
                  <a:pt x="325227" y="1366"/>
                </a:moveTo>
                <a:cubicBezTo>
                  <a:pt x="339133" y="-2349"/>
                  <a:pt x="353897" y="1651"/>
                  <a:pt x="364090" y="11748"/>
                </a:cubicBezTo>
                <a:cubicBezTo>
                  <a:pt x="374282" y="21940"/>
                  <a:pt x="378186" y="36703"/>
                  <a:pt x="374472" y="50610"/>
                </a:cubicBezTo>
                <a:lnTo>
                  <a:pt x="295318" y="346075"/>
                </a:lnTo>
                <a:cubicBezTo>
                  <a:pt x="291604" y="359982"/>
                  <a:pt x="280745" y="370745"/>
                  <a:pt x="266935" y="374460"/>
                </a:cubicBezTo>
                <a:cubicBezTo>
                  <a:pt x="253027" y="378175"/>
                  <a:pt x="238265" y="374174"/>
                  <a:pt x="228073" y="364078"/>
                </a:cubicBezTo>
                <a:lnTo>
                  <a:pt x="11759" y="147765"/>
                </a:lnTo>
                <a:cubicBezTo>
                  <a:pt x="1567" y="137573"/>
                  <a:pt x="-2338" y="122809"/>
                  <a:pt x="1378" y="108903"/>
                </a:cubicBezTo>
                <a:cubicBezTo>
                  <a:pt x="5092" y="94996"/>
                  <a:pt x="15950" y="84233"/>
                  <a:pt x="29762" y="80518"/>
                </a:cubicBezTo>
                <a:close/>
              </a:path>
            </a:pathLst>
          </a:custGeom>
          <a:solidFill>
            <a:srgbClr val="232020"/>
          </a:solidFill>
          <a:ln>
            <a:noFill/>
          </a:ln>
          <a:effectLst>
            <a:outerShdw rotWithShape="0" algn="tl" dir="2700000" dist="38100">
              <a:srgbClr val="FFDF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155" name="Google Shape;155;p16"/>
          <p:cNvSpPr/>
          <p:nvPr>
            <p:ph idx="2" type="pic"/>
          </p:nvPr>
        </p:nvSpPr>
        <p:spPr>
          <a:xfrm>
            <a:off x="4455051" y="1856521"/>
            <a:ext cx="6740399" cy="3865781"/>
          </a:xfrm>
          <a:prstGeom prst="roundRect">
            <a:avLst>
              <a:gd fmla="val 1816" name="adj"/>
            </a:avLst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PPTMON slide">
  <p:cSld name="14_PPTMON slide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29909" r="0" t="0"/>
          <a:stretch/>
        </p:blipFill>
        <p:spPr>
          <a:xfrm>
            <a:off x="5771192" y="6908968"/>
            <a:ext cx="2239204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7">
            <a:hlinkClick r:id="rId4"/>
          </p:cNvPr>
          <p:cNvSpPr txBox="1"/>
          <p:nvPr/>
        </p:nvSpPr>
        <p:spPr>
          <a:xfrm>
            <a:off x="4181605" y="6964689"/>
            <a:ext cx="2690631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Presentation template by</a:t>
            </a:r>
            <a:endParaRPr sz="1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7"/>
          <p:cNvSpPr/>
          <p:nvPr/>
        </p:nvSpPr>
        <p:spPr>
          <a:xfrm flipH="1">
            <a:off x="169183" y="152227"/>
            <a:ext cx="11810107" cy="6665555"/>
          </a:xfrm>
          <a:custGeom>
            <a:rect b="b" l="l" r="r" t="t"/>
            <a:pathLst>
              <a:path extrusionOk="0" h="6665555" w="11810107">
                <a:moveTo>
                  <a:pt x="2271373" y="6386727"/>
                </a:moveTo>
                <a:lnTo>
                  <a:pt x="2110401" y="6429875"/>
                </a:lnTo>
                <a:lnTo>
                  <a:pt x="2228225" y="6547699"/>
                </a:lnTo>
                <a:close/>
                <a:moveTo>
                  <a:pt x="2317760" y="6291096"/>
                </a:moveTo>
                <a:cubicBezTo>
                  <a:pt x="2331666" y="6287381"/>
                  <a:pt x="2346431" y="6291381"/>
                  <a:pt x="2356622" y="6301478"/>
                </a:cubicBezTo>
                <a:cubicBezTo>
                  <a:pt x="2366814" y="6311670"/>
                  <a:pt x="2370720" y="6326433"/>
                  <a:pt x="2367004" y="6340340"/>
                </a:cubicBezTo>
                <a:lnTo>
                  <a:pt x="2287851" y="6635805"/>
                </a:lnTo>
                <a:cubicBezTo>
                  <a:pt x="2284138" y="6649712"/>
                  <a:pt x="2273279" y="6660475"/>
                  <a:pt x="2259467" y="6664190"/>
                </a:cubicBezTo>
                <a:cubicBezTo>
                  <a:pt x="2245560" y="6667905"/>
                  <a:pt x="2230797" y="6663904"/>
                  <a:pt x="2220605" y="6653808"/>
                </a:cubicBezTo>
                <a:lnTo>
                  <a:pt x="2004293" y="6437495"/>
                </a:lnTo>
                <a:cubicBezTo>
                  <a:pt x="1994100" y="6427303"/>
                  <a:pt x="1990195" y="6412539"/>
                  <a:pt x="1993910" y="6398633"/>
                </a:cubicBezTo>
                <a:cubicBezTo>
                  <a:pt x="1997624" y="6384726"/>
                  <a:pt x="2008483" y="6373963"/>
                  <a:pt x="2022294" y="6370248"/>
                </a:cubicBezTo>
                <a:close/>
                <a:moveTo>
                  <a:pt x="8947335" y="6273153"/>
                </a:moveTo>
                <a:cubicBezTo>
                  <a:pt x="8957622" y="6273153"/>
                  <a:pt x="8967909" y="6277058"/>
                  <a:pt x="8975720" y="6284964"/>
                </a:cubicBezTo>
                <a:lnTo>
                  <a:pt x="9061492" y="6370736"/>
                </a:lnTo>
                <a:lnTo>
                  <a:pt x="9147360" y="6284868"/>
                </a:lnTo>
                <a:cubicBezTo>
                  <a:pt x="9155171" y="6277058"/>
                  <a:pt x="9165458" y="6273153"/>
                  <a:pt x="9175745" y="6273153"/>
                </a:cubicBezTo>
                <a:cubicBezTo>
                  <a:pt x="9186032" y="6273153"/>
                  <a:pt x="9196319" y="6277058"/>
                  <a:pt x="9204129" y="6284964"/>
                </a:cubicBezTo>
                <a:cubicBezTo>
                  <a:pt x="9219846" y="6300680"/>
                  <a:pt x="9219846" y="6326112"/>
                  <a:pt x="9204129" y="6341828"/>
                </a:cubicBezTo>
                <a:lnTo>
                  <a:pt x="9118356" y="6427601"/>
                </a:lnTo>
                <a:lnTo>
                  <a:pt x="9204129" y="6513373"/>
                </a:lnTo>
                <a:cubicBezTo>
                  <a:pt x="9219846" y="6529089"/>
                  <a:pt x="9219846" y="6554521"/>
                  <a:pt x="9204129" y="6570238"/>
                </a:cubicBezTo>
                <a:cubicBezTo>
                  <a:pt x="9188413" y="6585954"/>
                  <a:pt x="9162981" y="6585954"/>
                  <a:pt x="9147265" y="6570238"/>
                </a:cubicBezTo>
                <a:lnTo>
                  <a:pt x="9061528" y="6484429"/>
                </a:lnTo>
                <a:lnTo>
                  <a:pt x="8975815" y="6570142"/>
                </a:lnTo>
                <a:cubicBezTo>
                  <a:pt x="8960099" y="6585858"/>
                  <a:pt x="8934667" y="6585858"/>
                  <a:pt x="8918951" y="6570142"/>
                </a:cubicBezTo>
                <a:cubicBezTo>
                  <a:pt x="8903235" y="6554426"/>
                  <a:pt x="8903235" y="6528994"/>
                  <a:pt x="8918951" y="6513278"/>
                </a:cubicBezTo>
                <a:lnTo>
                  <a:pt x="9004688" y="6427541"/>
                </a:lnTo>
                <a:lnTo>
                  <a:pt x="8918951" y="6341733"/>
                </a:lnTo>
                <a:cubicBezTo>
                  <a:pt x="8903235" y="6326016"/>
                  <a:pt x="8903235" y="6300585"/>
                  <a:pt x="8918951" y="6284868"/>
                </a:cubicBezTo>
                <a:cubicBezTo>
                  <a:pt x="8926761" y="6277058"/>
                  <a:pt x="8937048" y="6273153"/>
                  <a:pt x="8947335" y="6273153"/>
                </a:cubicBezTo>
                <a:close/>
                <a:moveTo>
                  <a:pt x="291228" y="6237846"/>
                </a:moveTo>
                <a:cubicBezTo>
                  <a:pt x="340030" y="6237846"/>
                  <a:pt x="379360" y="6277382"/>
                  <a:pt x="379360" y="6326185"/>
                </a:cubicBezTo>
                <a:cubicBezTo>
                  <a:pt x="379360" y="6374987"/>
                  <a:pt x="339824" y="6414523"/>
                  <a:pt x="291022" y="6414523"/>
                </a:cubicBezTo>
                <a:cubicBezTo>
                  <a:pt x="242220" y="6414523"/>
                  <a:pt x="202889" y="6374987"/>
                  <a:pt x="202889" y="6326185"/>
                </a:cubicBezTo>
                <a:cubicBezTo>
                  <a:pt x="202889" y="6277382"/>
                  <a:pt x="242425" y="6237846"/>
                  <a:pt x="291228" y="6237846"/>
                </a:cubicBezTo>
                <a:close/>
                <a:moveTo>
                  <a:pt x="11549050" y="6167171"/>
                </a:moveTo>
                <a:lnTo>
                  <a:pt x="11505902" y="6328144"/>
                </a:lnTo>
                <a:lnTo>
                  <a:pt x="11666875" y="6284996"/>
                </a:lnTo>
                <a:close/>
                <a:moveTo>
                  <a:pt x="11517808" y="6050681"/>
                </a:moveTo>
                <a:cubicBezTo>
                  <a:pt x="11531715" y="6046966"/>
                  <a:pt x="11546478" y="6050966"/>
                  <a:pt x="11556670" y="6061063"/>
                </a:cubicBezTo>
                <a:lnTo>
                  <a:pt x="11772983" y="6277376"/>
                </a:lnTo>
                <a:cubicBezTo>
                  <a:pt x="11783175" y="6287567"/>
                  <a:pt x="11787080" y="6302331"/>
                  <a:pt x="11783365" y="6316238"/>
                </a:cubicBezTo>
                <a:cubicBezTo>
                  <a:pt x="11779650" y="6330144"/>
                  <a:pt x="11768792" y="6340908"/>
                  <a:pt x="11754981" y="6344622"/>
                </a:cubicBezTo>
                <a:lnTo>
                  <a:pt x="11459515" y="6423775"/>
                </a:lnTo>
                <a:cubicBezTo>
                  <a:pt x="11445609" y="6427490"/>
                  <a:pt x="11430845" y="6423489"/>
                  <a:pt x="11420653" y="6413393"/>
                </a:cubicBezTo>
                <a:cubicBezTo>
                  <a:pt x="11410461" y="6403201"/>
                  <a:pt x="11406556" y="6388437"/>
                  <a:pt x="11410271" y="6374531"/>
                </a:cubicBezTo>
                <a:lnTo>
                  <a:pt x="11489424" y="6079065"/>
                </a:lnTo>
                <a:cubicBezTo>
                  <a:pt x="11493138" y="6065159"/>
                  <a:pt x="11503997" y="6054395"/>
                  <a:pt x="11517808" y="6050681"/>
                </a:cubicBezTo>
                <a:close/>
                <a:moveTo>
                  <a:pt x="8239165" y="5990893"/>
                </a:moveTo>
                <a:cubicBezTo>
                  <a:pt x="8261739" y="5990893"/>
                  <a:pt x="8280027" y="6009181"/>
                  <a:pt x="8280027" y="6031755"/>
                </a:cubicBezTo>
                <a:cubicBezTo>
                  <a:pt x="8280027" y="6054329"/>
                  <a:pt x="8261739" y="6072617"/>
                  <a:pt x="8239165" y="6072617"/>
                </a:cubicBezTo>
                <a:cubicBezTo>
                  <a:pt x="8216591" y="6072617"/>
                  <a:pt x="8198303" y="6054329"/>
                  <a:pt x="8198303" y="6031755"/>
                </a:cubicBezTo>
                <a:cubicBezTo>
                  <a:pt x="8198303" y="6009181"/>
                  <a:pt x="8216591" y="5990893"/>
                  <a:pt x="8239165" y="5990893"/>
                </a:cubicBezTo>
                <a:close/>
                <a:moveTo>
                  <a:pt x="1262319" y="5905577"/>
                </a:moveTo>
                <a:cubicBezTo>
                  <a:pt x="1152358" y="5905577"/>
                  <a:pt x="1062784" y="5995151"/>
                  <a:pt x="1062784" y="6105112"/>
                </a:cubicBezTo>
                <a:cubicBezTo>
                  <a:pt x="1062784" y="6215072"/>
                  <a:pt x="1152358" y="6304646"/>
                  <a:pt x="1262319" y="6304646"/>
                </a:cubicBezTo>
                <a:cubicBezTo>
                  <a:pt x="1372279" y="6304646"/>
                  <a:pt x="1461853" y="6215072"/>
                  <a:pt x="1461853" y="6105112"/>
                </a:cubicBezTo>
                <a:cubicBezTo>
                  <a:pt x="1461647" y="5995151"/>
                  <a:pt x="1372279" y="5905577"/>
                  <a:pt x="1262319" y="5905577"/>
                </a:cubicBezTo>
                <a:close/>
                <a:moveTo>
                  <a:pt x="1262319" y="5731783"/>
                </a:moveTo>
                <a:cubicBezTo>
                  <a:pt x="1468236" y="5731783"/>
                  <a:pt x="1635648" y="5899194"/>
                  <a:pt x="1635648" y="6105112"/>
                </a:cubicBezTo>
                <a:cubicBezTo>
                  <a:pt x="1635648" y="6311029"/>
                  <a:pt x="1468030" y="6478441"/>
                  <a:pt x="1262319" y="6478441"/>
                </a:cubicBezTo>
                <a:cubicBezTo>
                  <a:pt x="1056401" y="6478441"/>
                  <a:pt x="888990" y="6310823"/>
                  <a:pt x="888990" y="6105112"/>
                </a:cubicBezTo>
                <a:cubicBezTo>
                  <a:pt x="888990" y="5899400"/>
                  <a:pt x="1056401" y="5731783"/>
                  <a:pt x="1262319" y="5731783"/>
                </a:cubicBezTo>
                <a:close/>
                <a:moveTo>
                  <a:pt x="290552" y="5006411"/>
                </a:moveTo>
                <a:cubicBezTo>
                  <a:pt x="299628" y="5006575"/>
                  <a:pt x="308818" y="5008518"/>
                  <a:pt x="317621" y="5012431"/>
                </a:cubicBezTo>
                <a:lnTo>
                  <a:pt x="745724" y="5203521"/>
                </a:lnTo>
                <a:cubicBezTo>
                  <a:pt x="780936" y="5219171"/>
                  <a:pt x="796791" y="5260561"/>
                  <a:pt x="781142" y="5295979"/>
                </a:cubicBezTo>
                <a:cubicBezTo>
                  <a:pt x="769404" y="5321924"/>
                  <a:pt x="743871" y="5337368"/>
                  <a:pt x="717101" y="5337368"/>
                </a:cubicBezTo>
                <a:cubicBezTo>
                  <a:pt x="707629" y="5337368"/>
                  <a:pt x="697951" y="5335309"/>
                  <a:pt x="688685" y="5331190"/>
                </a:cubicBezTo>
                <a:lnTo>
                  <a:pt x="260580" y="5140305"/>
                </a:lnTo>
                <a:cubicBezTo>
                  <a:pt x="225368" y="5124449"/>
                  <a:pt x="209513" y="5083060"/>
                  <a:pt x="225368" y="5047849"/>
                </a:cubicBezTo>
                <a:cubicBezTo>
                  <a:pt x="237106" y="5021440"/>
                  <a:pt x="263322" y="5005918"/>
                  <a:pt x="290552" y="5006411"/>
                </a:cubicBezTo>
                <a:close/>
                <a:moveTo>
                  <a:pt x="437697" y="1550240"/>
                </a:moveTo>
                <a:cubicBezTo>
                  <a:pt x="460271" y="1550240"/>
                  <a:pt x="478559" y="1568528"/>
                  <a:pt x="478559" y="1591102"/>
                </a:cubicBezTo>
                <a:cubicBezTo>
                  <a:pt x="478559" y="1613676"/>
                  <a:pt x="460271" y="1631964"/>
                  <a:pt x="437697" y="1631964"/>
                </a:cubicBezTo>
                <a:cubicBezTo>
                  <a:pt x="415123" y="1631964"/>
                  <a:pt x="396835" y="1613676"/>
                  <a:pt x="396835" y="1591102"/>
                </a:cubicBezTo>
                <a:cubicBezTo>
                  <a:pt x="396835" y="1568528"/>
                  <a:pt x="415123" y="1550240"/>
                  <a:pt x="437697" y="1550240"/>
                </a:cubicBezTo>
                <a:close/>
                <a:moveTo>
                  <a:pt x="10901008" y="891156"/>
                </a:moveTo>
                <a:cubicBezTo>
                  <a:pt x="10924093" y="886839"/>
                  <a:pt x="10946262" y="902024"/>
                  <a:pt x="10950579" y="925109"/>
                </a:cubicBezTo>
                <a:lnTo>
                  <a:pt x="10974128" y="1051050"/>
                </a:lnTo>
                <a:lnTo>
                  <a:pt x="11100038" y="1027480"/>
                </a:lnTo>
                <a:cubicBezTo>
                  <a:pt x="11123122" y="1023164"/>
                  <a:pt x="11145292" y="1038348"/>
                  <a:pt x="11149608" y="1061433"/>
                </a:cubicBezTo>
                <a:cubicBezTo>
                  <a:pt x="11153924" y="1084517"/>
                  <a:pt x="11138740" y="1106686"/>
                  <a:pt x="11115655" y="1111003"/>
                </a:cubicBezTo>
                <a:lnTo>
                  <a:pt x="10989740" y="1134547"/>
                </a:lnTo>
                <a:lnTo>
                  <a:pt x="11013284" y="1260462"/>
                </a:lnTo>
                <a:cubicBezTo>
                  <a:pt x="11017600" y="1283547"/>
                  <a:pt x="11002415" y="1305716"/>
                  <a:pt x="10979331" y="1310033"/>
                </a:cubicBezTo>
                <a:cubicBezTo>
                  <a:pt x="10956247" y="1314349"/>
                  <a:pt x="10934077" y="1299164"/>
                  <a:pt x="10929761" y="1276080"/>
                </a:cubicBezTo>
                <a:lnTo>
                  <a:pt x="10906243" y="1150160"/>
                </a:lnTo>
                <a:lnTo>
                  <a:pt x="10780162" y="1173735"/>
                </a:lnTo>
                <a:cubicBezTo>
                  <a:pt x="10757077" y="1178051"/>
                  <a:pt x="10734907" y="1162866"/>
                  <a:pt x="10730591" y="1139782"/>
                </a:cubicBezTo>
                <a:cubicBezTo>
                  <a:pt x="10728502" y="1128226"/>
                  <a:pt x="10731241" y="1116927"/>
                  <a:pt x="10737383" y="1107960"/>
                </a:cubicBezTo>
                <a:cubicBezTo>
                  <a:pt x="10743525" y="1098992"/>
                  <a:pt x="10753071" y="1092356"/>
                  <a:pt x="10764627" y="1090268"/>
                </a:cubicBezTo>
                <a:lnTo>
                  <a:pt x="10890651" y="1066677"/>
                </a:lnTo>
                <a:lnTo>
                  <a:pt x="10867112" y="940643"/>
                </a:lnTo>
                <a:cubicBezTo>
                  <a:pt x="10864884" y="929113"/>
                  <a:pt x="10867621" y="917815"/>
                  <a:pt x="10873764" y="908846"/>
                </a:cubicBezTo>
                <a:cubicBezTo>
                  <a:pt x="10879906" y="899879"/>
                  <a:pt x="10889453" y="893243"/>
                  <a:pt x="10901008" y="891156"/>
                </a:cubicBezTo>
                <a:close/>
                <a:moveTo>
                  <a:pt x="172688" y="813612"/>
                </a:moveTo>
                <a:cubicBezTo>
                  <a:pt x="121825" y="813612"/>
                  <a:pt x="80391" y="855047"/>
                  <a:pt x="80391" y="905910"/>
                </a:cubicBezTo>
                <a:cubicBezTo>
                  <a:pt x="80391" y="956774"/>
                  <a:pt x="121825" y="998207"/>
                  <a:pt x="172688" y="998207"/>
                </a:cubicBezTo>
                <a:cubicBezTo>
                  <a:pt x="223552" y="998207"/>
                  <a:pt x="264985" y="956774"/>
                  <a:pt x="264985" y="905910"/>
                </a:cubicBezTo>
                <a:cubicBezTo>
                  <a:pt x="264985" y="854951"/>
                  <a:pt x="223552" y="813612"/>
                  <a:pt x="172688" y="813612"/>
                </a:cubicBezTo>
                <a:close/>
                <a:moveTo>
                  <a:pt x="172688" y="733127"/>
                </a:moveTo>
                <a:cubicBezTo>
                  <a:pt x="267938" y="733127"/>
                  <a:pt x="345376" y="810565"/>
                  <a:pt x="345376" y="905814"/>
                </a:cubicBezTo>
                <a:cubicBezTo>
                  <a:pt x="345376" y="1001065"/>
                  <a:pt x="267938" y="1078503"/>
                  <a:pt x="172688" y="1078503"/>
                </a:cubicBezTo>
                <a:cubicBezTo>
                  <a:pt x="77438" y="1078503"/>
                  <a:pt x="0" y="1001065"/>
                  <a:pt x="0" y="905814"/>
                </a:cubicBezTo>
                <a:cubicBezTo>
                  <a:pt x="0" y="810565"/>
                  <a:pt x="77438" y="733127"/>
                  <a:pt x="172688" y="733127"/>
                </a:cubicBezTo>
                <a:close/>
                <a:moveTo>
                  <a:pt x="1423185" y="261163"/>
                </a:moveTo>
                <a:cubicBezTo>
                  <a:pt x="1372322" y="261163"/>
                  <a:pt x="1330888" y="302597"/>
                  <a:pt x="1330888" y="353460"/>
                </a:cubicBezTo>
                <a:cubicBezTo>
                  <a:pt x="1330888" y="404324"/>
                  <a:pt x="1372322" y="445758"/>
                  <a:pt x="1423185" y="445758"/>
                </a:cubicBezTo>
                <a:cubicBezTo>
                  <a:pt x="1474049" y="445758"/>
                  <a:pt x="1515482" y="404324"/>
                  <a:pt x="1515482" y="353460"/>
                </a:cubicBezTo>
                <a:cubicBezTo>
                  <a:pt x="1515482" y="302502"/>
                  <a:pt x="1474049" y="261163"/>
                  <a:pt x="1423185" y="261163"/>
                </a:cubicBezTo>
                <a:close/>
                <a:moveTo>
                  <a:pt x="1423185" y="180677"/>
                </a:moveTo>
                <a:cubicBezTo>
                  <a:pt x="1518435" y="180677"/>
                  <a:pt x="1595873" y="258115"/>
                  <a:pt x="1595873" y="353365"/>
                </a:cubicBezTo>
                <a:cubicBezTo>
                  <a:pt x="1595873" y="448615"/>
                  <a:pt x="1518435" y="526053"/>
                  <a:pt x="1423185" y="526053"/>
                </a:cubicBezTo>
                <a:cubicBezTo>
                  <a:pt x="1327935" y="526053"/>
                  <a:pt x="1250497" y="448615"/>
                  <a:pt x="1250497" y="353365"/>
                </a:cubicBezTo>
                <a:cubicBezTo>
                  <a:pt x="1250497" y="258115"/>
                  <a:pt x="1327935" y="180677"/>
                  <a:pt x="1423185" y="180677"/>
                </a:cubicBezTo>
                <a:close/>
                <a:moveTo>
                  <a:pt x="11638869" y="156482"/>
                </a:moveTo>
                <a:lnTo>
                  <a:pt x="11361893" y="208272"/>
                </a:lnTo>
                <a:lnTo>
                  <a:pt x="11545241" y="422295"/>
                </a:lnTo>
                <a:close/>
                <a:moveTo>
                  <a:pt x="559506" y="45390"/>
                </a:moveTo>
                <a:cubicBezTo>
                  <a:pt x="569793" y="45390"/>
                  <a:pt x="580080" y="49319"/>
                  <a:pt x="587938" y="57177"/>
                </a:cubicBezTo>
                <a:lnTo>
                  <a:pt x="673711" y="142950"/>
                </a:lnTo>
                <a:lnTo>
                  <a:pt x="759388" y="57273"/>
                </a:lnTo>
                <a:cubicBezTo>
                  <a:pt x="767246" y="49415"/>
                  <a:pt x="777533" y="45486"/>
                  <a:pt x="787820" y="45487"/>
                </a:cubicBezTo>
                <a:cubicBezTo>
                  <a:pt x="798107" y="45486"/>
                  <a:pt x="808394" y="49415"/>
                  <a:pt x="816252" y="57273"/>
                </a:cubicBezTo>
                <a:cubicBezTo>
                  <a:pt x="831969" y="72989"/>
                  <a:pt x="831969" y="98421"/>
                  <a:pt x="816252" y="114137"/>
                </a:cubicBezTo>
                <a:lnTo>
                  <a:pt x="730576" y="199814"/>
                </a:lnTo>
                <a:lnTo>
                  <a:pt x="816348" y="285586"/>
                </a:lnTo>
                <a:cubicBezTo>
                  <a:pt x="832064" y="301303"/>
                  <a:pt x="832064" y="326734"/>
                  <a:pt x="816348" y="342451"/>
                </a:cubicBezTo>
                <a:cubicBezTo>
                  <a:pt x="808442" y="350356"/>
                  <a:pt x="798155" y="354262"/>
                  <a:pt x="787868" y="354262"/>
                </a:cubicBezTo>
                <a:cubicBezTo>
                  <a:pt x="777581" y="354262"/>
                  <a:pt x="767294" y="350356"/>
                  <a:pt x="759484" y="342451"/>
                </a:cubicBezTo>
                <a:lnTo>
                  <a:pt x="673711" y="256679"/>
                </a:lnTo>
                <a:lnTo>
                  <a:pt x="587843" y="342547"/>
                </a:lnTo>
                <a:cubicBezTo>
                  <a:pt x="580033" y="350357"/>
                  <a:pt x="569745" y="354262"/>
                  <a:pt x="559459" y="354262"/>
                </a:cubicBezTo>
                <a:cubicBezTo>
                  <a:pt x="549171" y="354262"/>
                  <a:pt x="538884" y="350357"/>
                  <a:pt x="531074" y="342451"/>
                </a:cubicBezTo>
                <a:cubicBezTo>
                  <a:pt x="515358" y="326735"/>
                  <a:pt x="515358" y="301303"/>
                  <a:pt x="531074" y="285587"/>
                </a:cubicBezTo>
                <a:lnTo>
                  <a:pt x="616847" y="199814"/>
                </a:lnTo>
                <a:lnTo>
                  <a:pt x="531074" y="114041"/>
                </a:lnTo>
                <a:cubicBezTo>
                  <a:pt x="515358" y="98325"/>
                  <a:pt x="515358" y="72893"/>
                  <a:pt x="531074" y="57177"/>
                </a:cubicBezTo>
                <a:cubicBezTo>
                  <a:pt x="538932" y="49319"/>
                  <a:pt x="549219" y="45390"/>
                  <a:pt x="559506" y="45390"/>
                </a:cubicBezTo>
                <a:close/>
                <a:moveTo>
                  <a:pt x="11729636" y="1162"/>
                </a:moveTo>
                <a:cubicBezTo>
                  <a:pt x="11753595" y="-3318"/>
                  <a:pt x="11777924" y="5342"/>
                  <a:pt x="11793775" y="23814"/>
                </a:cubicBezTo>
                <a:cubicBezTo>
                  <a:pt x="11809628" y="42286"/>
                  <a:pt x="11814268" y="67720"/>
                  <a:pt x="11806253" y="90539"/>
                </a:cubicBezTo>
                <a:lnTo>
                  <a:pt x="11634334" y="578398"/>
                </a:lnTo>
                <a:cubicBezTo>
                  <a:pt x="11626228" y="601349"/>
                  <a:pt x="11606539" y="618125"/>
                  <a:pt x="11582713" y="622695"/>
                </a:cubicBezTo>
                <a:cubicBezTo>
                  <a:pt x="11558754" y="627175"/>
                  <a:pt x="11534425" y="618516"/>
                  <a:pt x="11518573" y="600043"/>
                </a:cubicBezTo>
                <a:lnTo>
                  <a:pt x="11181992" y="207265"/>
                </a:lnTo>
                <a:cubicBezTo>
                  <a:pt x="11166139" y="188794"/>
                  <a:pt x="11161500" y="163358"/>
                  <a:pt x="11169514" y="140540"/>
                </a:cubicBezTo>
                <a:cubicBezTo>
                  <a:pt x="11177621" y="117587"/>
                  <a:pt x="11197311" y="100814"/>
                  <a:pt x="11221136" y="96242"/>
                </a:cubicBezTo>
                <a:close/>
              </a:path>
            </a:pathLst>
          </a:custGeom>
          <a:solidFill>
            <a:srgbClr val="D8D8D8"/>
          </a:solidFill>
          <a:ln>
            <a:noFill/>
          </a:ln>
          <a:effectLst>
            <a:outerShdw rotWithShape="0" algn="tl" dir="2700000" dist="38100">
              <a:srgbClr val="FFDF00">
                <a:alpha val="1882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PPTMON slide">
  <p:cSld name="15_PPTMON slide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1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29909" r="0" t="0"/>
          <a:stretch/>
        </p:blipFill>
        <p:spPr>
          <a:xfrm>
            <a:off x="5771192" y="6908968"/>
            <a:ext cx="2239204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8">
            <a:hlinkClick r:id="rId4"/>
          </p:cNvPr>
          <p:cNvSpPr txBox="1"/>
          <p:nvPr/>
        </p:nvSpPr>
        <p:spPr>
          <a:xfrm>
            <a:off x="4181605" y="6964689"/>
            <a:ext cx="2690631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Presentation template by</a:t>
            </a:r>
            <a:endParaRPr sz="1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8"/>
          <p:cNvSpPr/>
          <p:nvPr/>
        </p:nvSpPr>
        <p:spPr>
          <a:xfrm flipH="1">
            <a:off x="294550" y="142808"/>
            <a:ext cx="11610143" cy="6485444"/>
          </a:xfrm>
          <a:custGeom>
            <a:rect b="b" l="l" r="r" t="t"/>
            <a:pathLst>
              <a:path extrusionOk="0" h="6485444" w="11610143">
                <a:moveTo>
                  <a:pt x="666034" y="6171198"/>
                </a:moveTo>
                <a:cubicBezTo>
                  <a:pt x="605715" y="6171198"/>
                  <a:pt x="556579" y="6220335"/>
                  <a:pt x="556579" y="6280654"/>
                </a:cubicBezTo>
                <a:cubicBezTo>
                  <a:pt x="556579" y="6340972"/>
                  <a:pt x="605715" y="6390108"/>
                  <a:pt x="666034" y="6390108"/>
                </a:cubicBezTo>
                <a:cubicBezTo>
                  <a:pt x="726352" y="6390108"/>
                  <a:pt x="775489" y="6340972"/>
                  <a:pt x="775489" y="6280654"/>
                </a:cubicBezTo>
                <a:cubicBezTo>
                  <a:pt x="775375" y="6220335"/>
                  <a:pt x="726352" y="6171198"/>
                  <a:pt x="666034" y="6171198"/>
                </a:cubicBezTo>
                <a:close/>
                <a:moveTo>
                  <a:pt x="666034" y="6075863"/>
                </a:moveTo>
                <a:cubicBezTo>
                  <a:pt x="778991" y="6075863"/>
                  <a:pt x="870825" y="6167696"/>
                  <a:pt x="870825" y="6280654"/>
                </a:cubicBezTo>
                <a:cubicBezTo>
                  <a:pt x="870825" y="6393610"/>
                  <a:pt x="778878" y="6485444"/>
                  <a:pt x="666034" y="6485444"/>
                </a:cubicBezTo>
                <a:cubicBezTo>
                  <a:pt x="553077" y="6485444"/>
                  <a:pt x="461244" y="6393497"/>
                  <a:pt x="461244" y="6280654"/>
                </a:cubicBezTo>
                <a:cubicBezTo>
                  <a:pt x="461244" y="6167809"/>
                  <a:pt x="553077" y="6075863"/>
                  <a:pt x="666034" y="6075863"/>
                </a:cubicBezTo>
                <a:close/>
                <a:moveTo>
                  <a:pt x="7390422" y="6058390"/>
                </a:moveTo>
                <a:cubicBezTo>
                  <a:pt x="7400709" y="6058390"/>
                  <a:pt x="7410996" y="6062295"/>
                  <a:pt x="7418807" y="6070201"/>
                </a:cubicBezTo>
                <a:lnTo>
                  <a:pt x="7504579" y="6155973"/>
                </a:lnTo>
                <a:lnTo>
                  <a:pt x="7590447" y="6070105"/>
                </a:lnTo>
                <a:cubicBezTo>
                  <a:pt x="7598258" y="6062295"/>
                  <a:pt x="7608545" y="6058390"/>
                  <a:pt x="7618832" y="6058390"/>
                </a:cubicBezTo>
                <a:cubicBezTo>
                  <a:pt x="7629119" y="6058390"/>
                  <a:pt x="7639406" y="6062295"/>
                  <a:pt x="7647216" y="6070201"/>
                </a:cubicBezTo>
                <a:cubicBezTo>
                  <a:pt x="7662933" y="6085917"/>
                  <a:pt x="7662933" y="6111349"/>
                  <a:pt x="7647216" y="6127065"/>
                </a:cubicBezTo>
                <a:lnTo>
                  <a:pt x="7561444" y="6212838"/>
                </a:lnTo>
                <a:lnTo>
                  <a:pt x="7647216" y="6298610"/>
                </a:lnTo>
                <a:cubicBezTo>
                  <a:pt x="7662933" y="6314326"/>
                  <a:pt x="7662933" y="6339758"/>
                  <a:pt x="7647216" y="6355475"/>
                </a:cubicBezTo>
                <a:cubicBezTo>
                  <a:pt x="7631500" y="6371191"/>
                  <a:pt x="7606068" y="6371191"/>
                  <a:pt x="7590352" y="6355475"/>
                </a:cubicBezTo>
                <a:lnTo>
                  <a:pt x="7504615" y="6269666"/>
                </a:lnTo>
                <a:lnTo>
                  <a:pt x="7418902" y="6355379"/>
                </a:lnTo>
                <a:cubicBezTo>
                  <a:pt x="7403186" y="6371095"/>
                  <a:pt x="7377754" y="6371095"/>
                  <a:pt x="7362038" y="6355379"/>
                </a:cubicBezTo>
                <a:cubicBezTo>
                  <a:pt x="7346322" y="6339663"/>
                  <a:pt x="7346322" y="6314231"/>
                  <a:pt x="7362038" y="6298515"/>
                </a:cubicBezTo>
                <a:lnTo>
                  <a:pt x="7447775" y="6212778"/>
                </a:lnTo>
                <a:lnTo>
                  <a:pt x="7362038" y="6126970"/>
                </a:lnTo>
                <a:cubicBezTo>
                  <a:pt x="7346322" y="6111253"/>
                  <a:pt x="7346322" y="6085822"/>
                  <a:pt x="7362038" y="6070105"/>
                </a:cubicBezTo>
                <a:cubicBezTo>
                  <a:pt x="7369848" y="6062295"/>
                  <a:pt x="7380135" y="6058390"/>
                  <a:pt x="7390422" y="6058390"/>
                </a:cubicBezTo>
                <a:close/>
                <a:moveTo>
                  <a:pt x="6943509" y="5922270"/>
                </a:moveTo>
                <a:cubicBezTo>
                  <a:pt x="6966083" y="5922270"/>
                  <a:pt x="6984371" y="5940558"/>
                  <a:pt x="6984371" y="5963132"/>
                </a:cubicBezTo>
                <a:cubicBezTo>
                  <a:pt x="6984371" y="5985706"/>
                  <a:pt x="6966083" y="6003994"/>
                  <a:pt x="6943509" y="6003994"/>
                </a:cubicBezTo>
                <a:cubicBezTo>
                  <a:pt x="6920935" y="6003994"/>
                  <a:pt x="6902647" y="5985706"/>
                  <a:pt x="6902647" y="5963132"/>
                </a:cubicBezTo>
                <a:cubicBezTo>
                  <a:pt x="6902647" y="5940558"/>
                  <a:pt x="6920935" y="5922270"/>
                  <a:pt x="6943509" y="5922270"/>
                </a:cubicBezTo>
                <a:close/>
                <a:moveTo>
                  <a:pt x="10983062" y="5818721"/>
                </a:moveTo>
                <a:lnTo>
                  <a:pt x="10939914" y="5979694"/>
                </a:lnTo>
                <a:lnTo>
                  <a:pt x="11100887" y="5936546"/>
                </a:lnTo>
                <a:close/>
                <a:moveTo>
                  <a:pt x="10951820" y="5702231"/>
                </a:moveTo>
                <a:cubicBezTo>
                  <a:pt x="10965727" y="5698516"/>
                  <a:pt x="10980490" y="5702516"/>
                  <a:pt x="10990682" y="5712613"/>
                </a:cubicBezTo>
                <a:lnTo>
                  <a:pt x="11206995" y="5928926"/>
                </a:lnTo>
                <a:cubicBezTo>
                  <a:pt x="11217187" y="5939117"/>
                  <a:pt x="11221092" y="5953881"/>
                  <a:pt x="11217377" y="5967788"/>
                </a:cubicBezTo>
                <a:cubicBezTo>
                  <a:pt x="11213662" y="5981694"/>
                  <a:pt x="11202804" y="5992458"/>
                  <a:pt x="11188993" y="5996172"/>
                </a:cubicBezTo>
                <a:lnTo>
                  <a:pt x="10893527" y="6075325"/>
                </a:lnTo>
                <a:cubicBezTo>
                  <a:pt x="10879621" y="6079040"/>
                  <a:pt x="10864857" y="6075039"/>
                  <a:pt x="10854665" y="6064943"/>
                </a:cubicBezTo>
                <a:cubicBezTo>
                  <a:pt x="10844473" y="6054751"/>
                  <a:pt x="10840568" y="6039987"/>
                  <a:pt x="10844283" y="6026081"/>
                </a:cubicBezTo>
                <a:lnTo>
                  <a:pt x="10923436" y="5730615"/>
                </a:lnTo>
                <a:cubicBezTo>
                  <a:pt x="10927150" y="5716709"/>
                  <a:pt x="10938009" y="5705945"/>
                  <a:pt x="10951820" y="5702231"/>
                </a:cubicBezTo>
                <a:close/>
                <a:moveTo>
                  <a:pt x="118491" y="5680513"/>
                </a:moveTo>
                <a:cubicBezTo>
                  <a:pt x="127655" y="5676998"/>
                  <a:pt x="138160" y="5676970"/>
                  <a:pt x="147818" y="5681262"/>
                </a:cubicBezTo>
                <a:lnTo>
                  <a:pt x="382654" y="5786085"/>
                </a:lnTo>
                <a:cubicBezTo>
                  <a:pt x="401970" y="5794670"/>
                  <a:pt x="410667" y="5817374"/>
                  <a:pt x="402083" y="5836802"/>
                </a:cubicBezTo>
                <a:cubicBezTo>
                  <a:pt x="395644" y="5851035"/>
                  <a:pt x="381638" y="5859506"/>
                  <a:pt x="366953" y="5859506"/>
                </a:cubicBezTo>
                <a:cubicBezTo>
                  <a:pt x="361757" y="5859506"/>
                  <a:pt x="356448" y="5858377"/>
                  <a:pt x="351365" y="5856118"/>
                </a:cubicBezTo>
                <a:lnTo>
                  <a:pt x="116529" y="5751408"/>
                </a:lnTo>
                <a:cubicBezTo>
                  <a:pt x="97213" y="5742710"/>
                  <a:pt x="88516" y="5720006"/>
                  <a:pt x="97213" y="5700690"/>
                </a:cubicBezTo>
                <a:cubicBezTo>
                  <a:pt x="101505" y="5691032"/>
                  <a:pt x="109328" y="5684029"/>
                  <a:pt x="118491" y="5680513"/>
                </a:cubicBezTo>
                <a:close/>
                <a:moveTo>
                  <a:pt x="1411173" y="5445192"/>
                </a:moveTo>
                <a:cubicBezTo>
                  <a:pt x="1437943" y="5445192"/>
                  <a:pt x="1459518" y="5466880"/>
                  <a:pt x="1459518" y="5493651"/>
                </a:cubicBezTo>
                <a:cubicBezTo>
                  <a:pt x="1459518" y="5520421"/>
                  <a:pt x="1437830" y="5542109"/>
                  <a:pt x="1411060" y="5542109"/>
                </a:cubicBezTo>
                <a:cubicBezTo>
                  <a:pt x="1384289" y="5542109"/>
                  <a:pt x="1362714" y="5520421"/>
                  <a:pt x="1362714" y="5493651"/>
                </a:cubicBezTo>
                <a:cubicBezTo>
                  <a:pt x="1362714" y="5466880"/>
                  <a:pt x="1384402" y="5445192"/>
                  <a:pt x="1411173" y="5445192"/>
                </a:cubicBezTo>
                <a:close/>
                <a:moveTo>
                  <a:pt x="10153813" y="3744562"/>
                </a:moveTo>
                <a:cubicBezTo>
                  <a:pt x="10161540" y="3741597"/>
                  <a:pt x="10170398" y="3741574"/>
                  <a:pt x="10178542" y="3745193"/>
                </a:cubicBezTo>
                <a:lnTo>
                  <a:pt x="10376566" y="3833585"/>
                </a:lnTo>
                <a:cubicBezTo>
                  <a:pt x="10392854" y="3840824"/>
                  <a:pt x="10400188" y="3859969"/>
                  <a:pt x="10392949" y="3876352"/>
                </a:cubicBezTo>
                <a:cubicBezTo>
                  <a:pt x="10387520" y="3888353"/>
                  <a:pt x="10375709" y="3895497"/>
                  <a:pt x="10363327" y="3895497"/>
                </a:cubicBezTo>
                <a:cubicBezTo>
                  <a:pt x="10358945" y="3895497"/>
                  <a:pt x="10354468" y="3894545"/>
                  <a:pt x="10350182" y="3892640"/>
                </a:cubicBezTo>
                <a:lnTo>
                  <a:pt x="10152157" y="3804343"/>
                </a:lnTo>
                <a:cubicBezTo>
                  <a:pt x="10135870" y="3797009"/>
                  <a:pt x="10128535" y="3777863"/>
                  <a:pt x="10135870" y="3761576"/>
                </a:cubicBezTo>
                <a:cubicBezTo>
                  <a:pt x="10139489" y="3753432"/>
                  <a:pt x="10146085" y="3747527"/>
                  <a:pt x="10153813" y="3744562"/>
                </a:cubicBezTo>
                <a:close/>
                <a:moveTo>
                  <a:pt x="2063166" y="3619336"/>
                </a:moveTo>
                <a:cubicBezTo>
                  <a:pt x="2024885" y="3619336"/>
                  <a:pt x="1993700" y="3650520"/>
                  <a:pt x="1993700" y="3688802"/>
                </a:cubicBezTo>
                <a:cubicBezTo>
                  <a:pt x="1993700" y="3727084"/>
                  <a:pt x="2024885" y="3758269"/>
                  <a:pt x="2063166" y="3758269"/>
                </a:cubicBezTo>
                <a:cubicBezTo>
                  <a:pt x="2101448" y="3758269"/>
                  <a:pt x="2132632" y="3727084"/>
                  <a:pt x="2132632" y="3688802"/>
                </a:cubicBezTo>
                <a:cubicBezTo>
                  <a:pt x="2132632" y="3650449"/>
                  <a:pt x="2101448" y="3619336"/>
                  <a:pt x="2063166" y="3619336"/>
                </a:cubicBezTo>
                <a:close/>
                <a:moveTo>
                  <a:pt x="9732551" y="3590921"/>
                </a:moveTo>
                <a:cubicBezTo>
                  <a:pt x="9681688" y="3590921"/>
                  <a:pt x="9640254" y="3632355"/>
                  <a:pt x="9640254" y="3683218"/>
                </a:cubicBezTo>
                <a:cubicBezTo>
                  <a:pt x="9640254" y="3734082"/>
                  <a:pt x="9681688" y="3775516"/>
                  <a:pt x="9732551" y="3775516"/>
                </a:cubicBezTo>
                <a:cubicBezTo>
                  <a:pt x="9783415" y="3775516"/>
                  <a:pt x="9824848" y="3734082"/>
                  <a:pt x="9824848" y="3683218"/>
                </a:cubicBezTo>
                <a:cubicBezTo>
                  <a:pt x="9824848" y="3632260"/>
                  <a:pt x="9783415" y="3590921"/>
                  <a:pt x="9732551" y="3590921"/>
                </a:cubicBezTo>
                <a:close/>
                <a:moveTo>
                  <a:pt x="2063166" y="3558759"/>
                </a:moveTo>
                <a:cubicBezTo>
                  <a:pt x="2134854" y="3558759"/>
                  <a:pt x="2193138" y="3617042"/>
                  <a:pt x="2193138" y="3688730"/>
                </a:cubicBezTo>
                <a:cubicBezTo>
                  <a:pt x="2193138" y="3760419"/>
                  <a:pt x="2134854" y="3818702"/>
                  <a:pt x="2063166" y="3818702"/>
                </a:cubicBezTo>
                <a:cubicBezTo>
                  <a:pt x="1991477" y="3818702"/>
                  <a:pt x="1933194" y="3760419"/>
                  <a:pt x="1933194" y="3688730"/>
                </a:cubicBezTo>
                <a:cubicBezTo>
                  <a:pt x="1933194" y="3617042"/>
                  <a:pt x="1991477" y="3558759"/>
                  <a:pt x="2063166" y="3558759"/>
                </a:cubicBezTo>
                <a:close/>
                <a:moveTo>
                  <a:pt x="3181124" y="3525547"/>
                </a:moveTo>
                <a:cubicBezTo>
                  <a:pt x="3186939" y="3523315"/>
                  <a:pt x="3193607" y="3523298"/>
                  <a:pt x="3199736" y="3526022"/>
                </a:cubicBezTo>
                <a:lnTo>
                  <a:pt x="3348778" y="3592550"/>
                </a:lnTo>
                <a:cubicBezTo>
                  <a:pt x="3361036" y="3597998"/>
                  <a:pt x="3366556" y="3612408"/>
                  <a:pt x="3361108" y="3624738"/>
                </a:cubicBezTo>
                <a:cubicBezTo>
                  <a:pt x="3357022" y="3633771"/>
                  <a:pt x="3348132" y="3639147"/>
                  <a:pt x="3338813" y="3639147"/>
                </a:cubicBezTo>
                <a:cubicBezTo>
                  <a:pt x="3335515" y="3639147"/>
                  <a:pt x="3332146" y="3638431"/>
                  <a:pt x="3328920" y="3636997"/>
                </a:cubicBezTo>
                <a:lnTo>
                  <a:pt x="3179878" y="3570541"/>
                </a:lnTo>
                <a:cubicBezTo>
                  <a:pt x="3167620" y="3565021"/>
                  <a:pt x="3162099" y="3550611"/>
                  <a:pt x="3167620" y="3538352"/>
                </a:cubicBezTo>
                <a:cubicBezTo>
                  <a:pt x="3170344" y="3532223"/>
                  <a:pt x="3175309" y="3527778"/>
                  <a:pt x="3181124" y="3525547"/>
                </a:cubicBezTo>
                <a:close/>
                <a:moveTo>
                  <a:pt x="9732551" y="3510435"/>
                </a:moveTo>
                <a:cubicBezTo>
                  <a:pt x="9827801" y="3510435"/>
                  <a:pt x="9905239" y="3587873"/>
                  <a:pt x="9905239" y="3683123"/>
                </a:cubicBezTo>
                <a:cubicBezTo>
                  <a:pt x="9905239" y="3778373"/>
                  <a:pt x="9827801" y="3855811"/>
                  <a:pt x="9732551" y="3855811"/>
                </a:cubicBezTo>
                <a:cubicBezTo>
                  <a:pt x="9637301" y="3855811"/>
                  <a:pt x="9559863" y="3778373"/>
                  <a:pt x="9559863" y="3683123"/>
                </a:cubicBezTo>
                <a:cubicBezTo>
                  <a:pt x="9559863" y="3587873"/>
                  <a:pt x="9637301" y="3510435"/>
                  <a:pt x="9732551" y="3510435"/>
                </a:cubicBezTo>
                <a:close/>
                <a:moveTo>
                  <a:pt x="1734227" y="3438325"/>
                </a:moveTo>
                <a:cubicBezTo>
                  <a:pt x="1754376" y="3438325"/>
                  <a:pt x="1770613" y="3454648"/>
                  <a:pt x="1770613" y="3474796"/>
                </a:cubicBezTo>
                <a:cubicBezTo>
                  <a:pt x="1770613" y="3494945"/>
                  <a:pt x="1754291" y="3511267"/>
                  <a:pt x="1734142" y="3511267"/>
                </a:cubicBezTo>
                <a:cubicBezTo>
                  <a:pt x="1713994" y="3511267"/>
                  <a:pt x="1697756" y="3494945"/>
                  <a:pt x="1697756" y="3474796"/>
                </a:cubicBezTo>
                <a:cubicBezTo>
                  <a:pt x="1697756" y="3454648"/>
                  <a:pt x="1714079" y="3438325"/>
                  <a:pt x="1734227" y="3438325"/>
                </a:cubicBezTo>
                <a:close/>
                <a:moveTo>
                  <a:pt x="11264767" y="1082112"/>
                </a:moveTo>
                <a:cubicBezTo>
                  <a:pt x="11287341" y="1082112"/>
                  <a:pt x="11305629" y="1100401"/>
                  <a:pt x="11305629" y="1122975"/>
                </a:cubicBezTo>
                <a:cubicBezTo>
                  <a:pt x="11305629" y="1145549"/>
                  <a:pt x="11287341" y="1163837"/>
                  <a:pt x="11264767" y="1163837"/>
                </a:cubicBezTo>
                <a:cubicBezTo>
                  <a:pt x="11242193" y="1163837"/>
                  <a:pt x="11223905" y="1145549"/>
                  <a:pt x="11223905" y="1122975"/>
                </a:cubicBezTo>
                <a:cubicBezTo>
                  <a:pt x="11223905" y="1100401"/>
                  <a:pt x="11242193" y="1082112"/>
                  <a:pt x="11264767" y="1082112"/>
                </a:cubicBezTo>
                <a:close/>
                <a:moveTo>
                  <a:pt x="11437455" y="388120"/>
                </a:moveTo>
                <a:cubicBezTo>
                  <a:pt x="11386592" y="388120"/>
                  <a:pt x="11345158" y="429554"/>
                  <a:pt x="11345158" y="480417"/>
                </a:cubicBezTo>
                <a:cubicBezTo>
                  <a:pt x="11345158" y="531281"/>
                  <a:pt x="11386592" y="572715"/>
                  <a:pt x="11437455" y="572715"/>
                </a:cubicBezTo>
                <a:cubicBezTo>
                  <a:pt x="11488319" y="572715"/>
                  <a:pt x="11529752" y="531281"/>
                  <a:pt x="11529752" y="480417"/>
                </a:cubicBezTo>
                <a:cubicBezTo>
                  <a:pt x="11529752" y="429459"/>
                  <a:pt x="11488319" y="388120"/>
                  <a:pt x="11437455" y="388120"/>
                </a:cubicBezTo>
                <a:close/>
                <a:moveTo>
                  <a:pt x="6940757" y="336895"/>
                </a:moveTo>
                <a:cubicBezTo>
                  <a:pt x="6967527" y="336895"/>
                  <a:pt x="6989102" y="358582"/>
                  <a:pt x="6989102" y="385353"/>
                </a:cubicBezTo>
                <a:cubicBezTo>
                  <a:pt x="6989102" y="412124"/>
                  <a:pt x="6967414" y="433812"/>
                  <a:pt x="6940644" y="433812"/>
                </a:cubicBezTo>
                <a:cubicBezTo>
                  <a:pt x="6913873" y="433812"/>
                  <a:pt x="6892298" y="412124"/>
                  <a:pt x="6892298" y="385353"/>
                </a:cubicBezTo>
                <a:cubicBezTo>
                  <a:pt x="6892298" y="358582"/>
                  <a:pt x="6913986" y="336895"/>
                  <a:pt x="6940757" y="336895"/>
                </a:cubicBezTo>
                <a:close/>
                <a:moveTo>
                  <a:pt x="11437455" y="307634"/>
                </a:moveTo>
                <a:cubicBezTo>
                  <a:pt x="11532705" y="307634"/>
                  <a:pt x="11610143" y="385072"/>
                  <a:pt x="11610143" y="480322"/>
                </a:cubicBezTo>
                <a:cubicBezTo>
                  <a:pt x="11610143" y="575572"/>
                  <a:pt x="11532705" y="653010"/>
                  <a:pt x="11437455" y="653010"/>
                </a:cubicBezTo>
                <a:cubicBezTo>
                  <a:pt x="11342205" y="653010"/>
                  <a:pt x="11264767" y="575572"/>
                  <a:pt x="11264767" y="480322"/>
                </a:cubicBezTo>
                <a:cubicBezTo>
                  <a:pt x="11264767" y="385072"/>
                  <a:pt x="11342205" y="307634"/>
                  <a:pt x="11437455" y="307634"/>
                </a:cubicBezTo>
                <a:close/>
                <a:moveTo>
                  <a:pt x="278840" y="300742"/>
                </a:moveTo>
                <a:lnTo>
                  <a:pt x="117868" y="343890"/>
                </a:lnTo>
                <a:lnTo>
                  <a:pt x="235692" y="461714"/>
                </a:lnTo>
                <a:close/>
                <a:moveTo>
                  <a:pt x="755729" y="272824"/>
                </a:moveTo>
                <a:cubicBezTo>
                  <a:pt x="766016" y="272824"/>
                  <a:pt x="776303" y="276753"/>
                  <a:pt x="784161" y="284611"/>
                </a:cubicBezTo>
                <a:lnTo>
                  <a:pt x="869887" y="370336"/>
                </a:lnTo>
                <a:lnTo>
                  <a:pt x="955612" y="284611"/>
                </a:lnTo>
                <a:cubicBezTo>
                  <a:pt x="963470" y="276753"/>
                  <a:pt x="973757" y="272824"/>
                  <a:pt x="984044" y="272824"/>
                </a:cubicBezTo>
                <a:cubicBezTo>
                  <a:pt x="994331" y="272824"/>
                  <a:pt x="1004617" y="276753"/>
                  <a:pt x="1012476" y="284611"/>
                </a:cubicBezTo>
                <a:cubicBezTo>
                  <a:pt x="1028193" y="300327"/>
                  <a:pt x="1028193" y="325759"/>
                  <a:pt x="1012476" y="341475"/>
                </a:cubicBezTo>
                <a:lnTo>
                  <a:pt x="926733" y="427182"/>
                </a:lnTo>
                <a:lnTo>
                  <a:pt x="1012571" y="513020"/>
                </a:lnTo>
                <a:cubicBezTo>
                  <a:pt x="1028287" y="528737"/>
                  <a:pt x="1028287" y="554168"/>
                  <a:pt x="1012571" y="569885"/>
                </a:cubicBezTo>
                <a:cubicBezTo>
                  <a:pt x="1004665" y="577695"/>
                  <a:pt x="994378" y="581600"/>
                  <a:pt x="984092" y="581600"/>
                </a:cubicBezTo>
                <a:cubicBezTo>
                  <a:pt x="973804" y="581600"/>
                  <a:pt x="963517" y="577695"/>
                  <a:pt x="955706" y="569789"/>
                </a:cubicBezTo>
                <a:lnTo>
                  <a:pt x="869887" y="484005"/>
                </a:lnTo>
                <a:lnTo>
                  <a:pt x="784067" y="569789"/>
                </a:lnTo>
                <a:cubicBezTo>
                  <a:pt x="776256" y="577695"/>
                  <a:pt x="765969" y="581600"/>
                  <a:pt x="755682" y="581600"/>
                </a:cubicBezTo>
                <a:cubicBezTo>
                  <a:pt x="745395" y="581600"/>
                  <a:pt x="735108" y="577695"/>
                  <a:pt x="727298" y="569789"/>
                </a:cubicBezTo>
                <a:cubicBezTo>
                  <a:pt x="711582" y="554073"/>
                  <a:pt x="711582" y="528641"/>
                  <a:pt x="727298" y="512925"/>
                </a:cubicBezTo>
                <a:lnTo>
                  <a:pt x="813040" y="427183"/>
                </a:lnTo>
                <a:lnTo>
                  <a:pt x="727297" y="341475"/>
                </a:lnTo>
                <a:cubicBezTo>
                  <a:pt x="711581" y="325759"/>
                  <a:pt x="711581" y="300327"/>
                  <a:pt x="727297" y="284611"/>
                </a:cubicBezTo>
                <a:cubicBezTo>
                  <a:pt x="735155" y="276753"/>
                  <a:pt x="745442" y="272824"/>
                  <a:pt x="755729" y="272824"/>
                </a:cubicBezTo>
                <a:close/>
                <a:moveTo>
                  <a:pt x="5046248" y="263434"/>
                </a:moveTo>
                <a:cubicBezTo>
                  <a:pt x="5053975" y="260469"/>
                  <a:pt x="5062833" y="260445"/>
                  <a:pt x="5070977" y="264065"/>
                </a:cubicBezTo>
                <a:lnTo>
                  <a:pt x="5269001" y="352457"/>
                </a:lnTo>
                <a:cubicBezTo>
                  <a:pt x="5285289" y="359696"/>
                  <a:pt x="5292623" y="378841"/>
                  <a:pt x="5285384" y="395224"/>
                </a:cubicBezTo>
                <a:cubicBezTo>
                  <a:pt x="5279955" y="407225"/>
                  <a:pt x="5268144" y="414369"/>
                  <a:pt x="5255762" y="414369"/>
                </a:cubicBezTo>
                <a:cubicBezTo>
                  <a:pt x="5251380" y="414369"/>
                  <a:pt x="5246903" y="413417"/>
                  <a:pt x="5242617" y="411512"/>
                </a:cubicBezTo>
                <a:lnTo>
                  <a:pt x="5044592" y="323215"/>
                </a:lnTo>
                <a:cubicBezTo>
                  <a:pt x="5028305" y="315881"/>
                  <a:pt x="5020970" y="296735"/>
                  <a:pt x="5028305" y="280448"/>
                </a:cubicBezTo>
                <a:cubicBezTo>
                  <a:pt x="5031924" y="272304"/>
                  <a:pt x="5038521" y="266398"/>
                  <a:pt x="5046248" y="263434"/>
                </a:cubicBezTo>
                <a:close/>
                <a:moveTo>
                  <a:pt x="6243269" y="225064"/>
                </a:moveTo>
                <a:lnTo>
                  <a:pt x="6076842" y="233790"/>
                </a:lnTo>
                <a:lnTo>
                  <a:pt x="6167586" y="373543"/>
                </a:lnTo>
                <a:close/>
                <a:moveTo>
                  <a:pt x="325227" y="205111"/>
                </a:moveTo>
                <a:cubicBezTo>
                  <a:pt x="339133" y="201396"/>
                  <a:pt x="353897" y="205396"/>
                  <a:pt x="364089" y="215493"/>
                </a:cubicBezTo>
                <a:cubicBezTo>
                  <a:pt x="374281" y="225685"/>
                  <a:pt x="378186" y="240448"/>
                  <a:pt x="374471" y="254355"/>
                </a:cubicBezTo>
                <a:lnTo>
                  <a:pt x="295318" y="549820"/>
                </a:lnTo>
                <a:cubicBezTo>
                  <a:pt x="291604" y="563727"/>
                  <a:pt x="280745" y="574490"/>
                  <a:pt x="266934" y="578205"/>
                </a:cubicBezTo>
                <a:cubicBezTo>
                  <a:pt x="253027" y="581920"/>
                  <a:pt x="238264" y="577919"/>
                  <a:pt x="228072" y="567823"/>
                </a:cubicBezTo>
                <a:lnTo>
                  <a:pt x="11759" y="351510"/>
                </a:lnTo>
                <a:cubicBezTo>
                  <a:pt x="1567" y="341318"/>
                  <a:pt x="-2338" y="326554"/>
                  <a:pt x="1378" y="312648"/>
                </a:cubicBezTo>
                <a:cubicBezTo>
                  <a:pt x="5092" y="298741"/>
                  <a:pt x="15950" y="287978"/>
                  <a:pt x="29762" y="284263"/>
                </a:cubicBezTo>
                <a:close/>
                <a:moveTo>
                  <a:pt x="6308530" y="141171"/>
                </a:moveTo>
                <a:cubicBezTo>
                  <a:pt x="6322905" y="140429"/>
                  <a:pt x="6336514" y="147413"/>
                  <a:pt x="6344383" y="159408"/>
                </a:cubicBezTo>
                <a:cubicBezTo>
                  <a:pt x="6352233" y="171497"/>
                  <a:pt x="6352982" y="186751"/>
                  <a:pt x="6346456" y="199580"/>
                </a:cubicBezTo>
                <a:lnTo>
                  <a:pt x="6207584" y="472123"/>
                </a:lnTo>
                <a:cubicBezTo>
                  <a:pt x="6201059" y="484953"/>
                  <a:pt x="6188199" y="493223"/>
                  <a:pt x="6173917" y="493984"/>
                </a:cubicBezTo>
                <a:cubicBezTo>
                  <a:pt x="6159542" y="494725"/>
                  <a:pt x="6145933" y="487742"/>
                  <a:pt x="6138064" y="475746"/>
                </a:cubicBezTo>
                <a:lnTo>
                  <a:pt x="5971469" y="219175"/>
                </a:lnTo>
                <a:cubicBezTo>
                  <a:pt x="5963619" y="207087"/>
                  <a:pt x="5962870" y="191834"/>
                  <a:pt x="5969396" y="179004"/>
                </a:cubicBezTo>
                <a:cubicBezTo>
                  <a:pt x="5975922" y="166174"/>
                  <a:pt x="5988782" y="157904"/>
                  <a:pt x="6003063" y="157143"/>
                </a:cubicBezTo>
                <a:close/>
                <a:moveTo>
                  <a:pt x="10573776" y="0"/>
                </a:moveTo>
                <a:cubicBezTo>
                  <a:pt x="10584063" y="0"/>
                  <a:pt x="10594350" y="3929"/>
                  <a:pt x="10602208" y="11787"/>
                </a:cubicBezTo>
                <a:lnTo>
                  <a:pt x="10687981" y="97560"/>
                </a:lnTo>
                <a:lnTo>
                  <a:pt x="10773658" y="11883"/>
                </a:lnTo>
                <a:cubicBezTo>
                  <a:pt x="10781516" y="4025"/>
                  <a:pt x="10791803" y="96"/>
                  <a:pt x="10802090" y="96"/>
                </a:cubicBezTo>
                <a:cubicBezTo>
                  <a:pt x="10812377" y="96"/>
                  <a:pt x="10822664" y="4025"/>
                  <a:pt x="10830522" y="11883"/>
                </a:cubicBezTo>
                <a:cubicBezTo>
                  <a:pt x="10846239" y="27599"/>
                  <a:pt x="10846239" y="53031"/>
                  <a:pt x="10830522" y="68747"/>
                </a:cubicBezTo>
                <a:lnTo>
                  <a:pt x="10744846" y="154424"/>
                </a:lnTo>
                <a:lnTo>
                  <a:pt x="10830618" y="240196"/>
                </a:lnTo>
                <a:cubicBezTo>
                  <a:pt x="10846334" y="255913"/>
                  <a:pt x="10846334" y="281344"/>
                  <a:pt x="10830618" y="297061"/>
                </a:cubicBezTo>
                <a:cubicBezTo>
                  <a:pt x="10822712" y="304966"/>
                  <a:pt x="10812425" y="308872"/>
                  <a:pt x="10802138" y="308872"/>
                </a:cubicBezTo>
                <a:cubicBezTo>
                  <a:pt x="10791851" y="308872"/>
                  <a:pt x="10781564" y="304966"/>
                  <a:pt x="10773754" y="297061"/>
                </a:cubicBezTo>
                <a:lnTo>
                  <a:pt x="10687981" y="211289"/>
                </a:lnTo>
                <a:lnTo>
                  <a:pt x="10602113" y="297157"/>
                </a:lnTo>
                <a:cubicBezTo>
                  <a:pt x="10594303" y="304967"/>
                  <a:pt x="10584015" y="308872"/>
                  <a:pt x="10573729" y="308872"/>
                </a:cubicBezTo>
                <a:cubicBezTo>
                  <a:pt x="10563441" y="308872"/>
                  <a:pt x="10553154" y="304967"/>
                  <a:pt x="10545344" y="297061"/>
                </a:cubicBezTo>
                <a:cubicBezTo>
                  <a:pt x="10529628" y="281345"/>
                  <a:pt x="10529628" y="255913"/>
                  <a:pt x="10545344" y="240197"/>
                </a:cubicBezTo>
                <a:lnTo>
                  <a:pt x="10631117" y="154424"/>
                </a:lnTo>
                <a:lnTo>
                  <a:pt x="10545344" y="68651"/>
                </a:lnTo>
                <a:cubicBezTo>
                  <a:pt x="10529628" y="52935"/>
                  <a:pt x="10529628" y="27503"/>
                  <a:pt x="10545344" y="11787"/>
                </a:cubicBezTo>
                <a:cubicBezTo>
                  <a:pt x="10553202" y="3929"/>
                  <a:pt x="10563489" y="0"/>
                  <a:pt x="10573776" y="0"/>
                </a:cubicBezTo>
                <a:close/>
              </a:path>
            </a:pathLst>
          </a:custGeom>
          <a:solidFill>
            <a:srgbClr val="D8D8D8"/>
          </a:solidFill>
          <a:ln>
            <a:noFill/>
          </a:ln>
          <a:effectLst>
            <a:outerShdw rotWithShape="0" algn="tl" dir="2700000" dist="38100">
              <a:srgbClr val="FFDF00">
                <a:alpha val="1882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_PPTMON slide">
  <p:cSld name="16_PPTMON slide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29909" r="0" t="0"/>
          <a:stretch/>
        </p:blipFill>
        <p:spPr>
          <a:xfrm>
            <a:off x="5771192" y="6908968"/>
            <a:ext cx="2239204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>
            <a:hlinkClick r:id="rId4"/>
          </p:cNvPr>
          <p:cNvSpPr txBox="1"/>
          <p:nvPr/>
        </p:nvSpPr>
        <p:spPr>
          <a:xfrm>
            <a:off x="4181605" y="6964689"/>
            <a:ext cx="2690631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Presentation template by</a:t>
            </a:r>
            <a:endParaRPr sz="1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9"/>
          <p:cNvSpPr/>
          <p:nvPr/>
        </p:nvSpPr>
        <p:spPr>
          <a:xfrm rot="10800000">
            <a:off x="169183" y="152227"/>
            <a:ext cx="11810107" cy="6665555"/>
          </a:xfrm>
          <a:custGeom>
            <a:rect b="b" l="l" r="r" t="t"/>
            <a:pathLst>
              <a:path extrusionOk="0" h="6665555" w="11810107">
                <a:moveTo>
                  <a:pt x="2271373" y="6386727"/>
                </a:moveTo>
                <a:lnTo>
                  <a:pt x="2110401" y="6429875"/>
                </a:lnTo>
                <a:lnTo>
                  <a:pt x="2228225" y="6547699"/>
                </a:lnTo>
                <a:close/>
                <a:moveTo>
                  <a:pt x="2317760" y="6291096"/>
                </a:moveTo>
                <a:cubicBezTo>
                  <a:pt x="2331666" y="6287381"/>
                  <a:pt x="2346431" y="6291381"/>
                  <a:pt x="2356622" y="6301478"/>
                </a:cubicBezTo>
                <a:cubicBezTo>
                  <a:pt x="2366814" y="6311670"/>
                  <a:pt x="2370720" y="6326433"/>
                  <a:pt x="2367004" y="6340340"/>
                </a:cubicBezTo>
                <a:lnTo>
                  <a:pt x="2287851" y="6635805"/>
                </a:lnTo>
                <a:cubicBezTo>
                  <a:pt x="2284138" y="6649712"/>
                  <a:pt x="2273279" y="6660475"/>
                  <a:pt x="2259467" y="6664190"/>
                </a:cubicBezTo>
                <a:cubicBezTo>
                  <a:pt x="2245560" y="6667905"/>
                  <a:pt x="2230797" y="6663904"/>
                  <a:pt x="2220605" y="6653808"/>
                </a:cubicBezTo>
                <a:lnTo>
                  <a:pt x="2004293" y="6437495"/>
                </a:lnTo>
                <a:cubicBezTo>
                  <a:pt x="1994100" y="6427303"/>
                  <a:pt x="1990195" y="6412539"/>
                  <a:pt x="1993910" y="6398633"/>
                </a:cubicBezTo>
                <a:cubicBezTo>
                  <a:pt x="1997624" y="6384726"/>
                  <a:pt x="2008483" y="6373963"/>
                  <a:pt x="2022294" y="6370248"/>
                </a:cubicBezTo>
                <a:close/>
                <a:moveTo>
                  <a:pt x="8947335" y="6273153"/>
                </a:moveTo>
                <a:cubicBezTo>
                  <a:pt x="8957622" y="6273153"/>
                  <a:pt x="8967909" y="6277058"/>
                  <a:pt x="8975720" y="6284964"/>
                </a:cubicBezTo>
                <a:lnTo>
                  <a:pt x="9061492" y="6370736"/>
                </a:lnTo>
                <a:lnTo>
                  <a:pt x="9147360" y="6284868"/>
                </a:lnTo>
                <a:cubicBezTo>
                  <a:pt x="9155171" y="6277058"/>
                  <a:pt x="9165458" y="6273153"/>
                  <a:pt x="9175745" y="6273153"/>
                </a:cubicBezTo>
                <a:cubicBezTo>
                  <a:pt x="9186032" y="6273153"/>
                  <a:pt x="9196319" y="6277058"/>
                  <a:pt x="9204129" y="6284964"/>
                </a:cubicBezTo>
                <a:cubicBezTo>
                  <a:pt x="9219846" y="6300680"/>
                  <a:pt x="9219846" y="6326112"/>
                  <a:pt x="9204129" y="6341828"/>
                </a:cubicBezTo>
                <a:lnTo>
                  <a:pt x="9118356" y="6427601"/>
                </a:lnTo>
                <a:lnTo>
                  <a:pt x="9204129" y="6513373"/>
                </a:lnTo>
                <a:cubicBezTo>
                  <a:pt x="9219846" y="6529089"/>
                  <a:pt x="9219846" y="6554521"/>
                  <a:pt x="9204129" y="6570238"/>
                </a:cubicBezTo>
                <a:cubicBezTo>
                  <a:pt x="9188413" y="6585954"/>
                  <a:pt x="9162981" y="6585954"/>
                  <a:pt x="9147265" y="6570238"/>
                </a:cubicBezTo>
                <a:lnTo>
                  <a:pt x="9061528" y="6484429"/>
                </a:lnTo>
                <a:lnTo>
                  <a:pt x="8975815" y="6570142"/>
                </a:lnTo>
                <a:cubicBezTo>
                  <a:pt x="8960099" y="6585858"/>
                  <a:pt x="8934667" y="6585858"/>
                  <a:pt x="8918951" y="6570142"/>
                </a:cubicBezTo>
                <a:cubicBezTo>
                  <a:pt x="8903235" y="6554426"/>
                  <a:pt x="8903235" y="6528994"/>
                  <a:pt x="8918951" y="6513278"/>
                </a:cubicBezTo>
                <a:lnTo>
                  <a:pt x="9004688" y="6427541"/>
                </a:lnTo>
                <a:lnTo>
                  <a:pt x="8918951" y="6341733"/>
                </a:lnTo>
                <a:cubicBezTo>
                  <a:pt x="8903235" y="6326016"/>
                  <a:pt x="8903235" y="6300585"/>
                  <a:pt x="8918951" y="6284868"/>
                </a:cubicBezTo>
                <a:cubicBezTo>
                  <a:pt x="8926761" y="6277058"/>
                  <a:pt x="8937048" y="6273153"/>
                  <a:pt x="8947335" y="6273153"/>
                </a:cubicBezTo>
                <a:close/>
                <a:moveTo>
                  <a:pt x="291228" y="6237846"/>
                </a:moveTo>
                <a:cubicBezTo>
                  <a:pt x="340030" y="6237846"/>
                  <a:pt x="379360" y="6277382"/>
                  <a:pt x="379360" y="6326185"/>
                </a:cubicBezTo>
                <a:cubicBezTo>
                  <a:pt x="379360" y="6374987"/>
                  <a:pt x="339824" y="6414523"/>
                  <a:pt x="291022" y="6414523"/>
                </a:cubicBezTo>
                <a:cubicBezTo>
                  <a:pt x="242220" y="6414523"/>
                  <a:pt x="202889" y="6374987"/>
                  <a:pt x="202889" y="6326185"/>
                </a:cubicBezTo>
                <a:cubicBezTo>
                  <a:pt x="202889" y="6277382"/>
                  <a:pt x="242425" y="6237846"/>
                  <a:pt x="291228" y="6237846"/>
                </a:cubicBezTo>
                <a:close/>
                <a:moveTo>
                  <a:pt x="11549050" y="6167171"/>
                </a:moveTo>
                <a:lnTo>
                  <a:pt x="11505902" y="6328144"/>
                </a:lnTo>
                <a:lnTo>
                  <a:pt x="11666875" y="6284996"/>
                </a:lnTo>
                <a:close/>
                <a:moveTo>
                  <a:pt x="11517808" y="6050681"/>
                </a:moveTo>
                <a:cubicBezTo>
                  <a:pt x="11531715" y="6046966"/>
                  <a:pt x="11546478" y="6050966"/>
                  <a:pt x="11556670" y="6061063"/>
                </a:cubicBezTo>
                <a:lnTo>
                  <a:pt x="11772983" y="6277376"/>
                </a:lnTo>
                <a:cubicBezTo>
                  <a:pt x="11783175" y="6287567"/>
                  <a:pt x="11787080" y="6302331"/>
                  <a:pt x="11783365" y="6316238"/>
                </a:cubicBezTo>
                <a:cubicBezTo>
                  <a:pt x="11779650" y="6330144"/>
                  <a:pt x="11768792" y="6340908"/>
                  <a:pt x="11754981" y="6344622"/>
                </a:cubicBezTo>
                <a:lnTo>
                  <a:pt x="11459515" y="6423775"/>
                </a:lnTo>
                <a:cubicBezTo>
                  <a:pt x="11445609" y="6427490"/>
                  <a:pt x="11430845" y="6423489"/>
                  <a:pt x="11420653" y="6413393"/>
                </a:cubicBezTo>
                <a:cubicBezTo>
                  <a:pt x="11410461" y="6403201"/>
                  <a:pt x="11406556" y="6388437"/>
                  <a:pt x="11410271" y="6374531"/>
                </a:cubicBezTo>
                <a:lnTo>
                  <a:pt x="11489424" y="6079065"/>
                </a:lnTo>
                <a:cubicBezTo>
                  <a:pt x="11493138" y="6065159"/>
                  <a:pt x="11503997" y="6054395"/>
                  <a:pt x="11517808" y="6050681"/>
                </a:cubicBezTo>
                <a:close/>
                <a:moveTo>
                  <a:pt x="8239165" y="5990893"/>
                </a:moveTo>
                <a:cubicBezTo>
                  <a:pt x="8261739" y="5990893"/>
                  <a:pt x="8280027" y="6009181"/>
                  <a:pt x="8280027" y="6031755"/>
                </a:cubicBezTo>
                <a:cubicBezTo>
                  <a:pt x="8280027" y="6054329"/>
                  <a:pt x="8261739" y="6072617"/>
                  <a:pt x="8239165" y="6072617"/>
                </a:cubicBezTo>
                <a:cubicBezTo>
                  <a:pt x="8216591" y="6072617"/>
                  <a:pt x="8198303" y="6054329"/>
                  <a:pt x="8198303" y="6031755"/>
                </a:cubicBezTo>
                <a:cubicBezTo>
                  <a:pt x="8198303" y="6009181"/>
                  <a:pt x="8216591" y="5990893"/>
                  <a:pt x="8239165" y="5990893"/>
                </a:cubicBezTo>
                <a:close/>
                <a:moveTo>
                  <a:pt x="1262319" y="5905577"/>
                </a:moveTo>
                <a:cubicBezTo>
                  <a:pt x="1152358" y="5905577"/>
                  <a:pt x="1062784" y="5995151"/>
                  <a:pt x="1062784" y="6105112"/>
                </a:cubicBezTo>
                <a:cubicBezTo>
                  <a:pt x="1062784" y="6215072"/>
                  <a:pt x="1152358" y="6304646"/>
                  <a:pt x="1262319" y="6304646"/>
                </a:cubicBezTo>
                <a:cubicBezTo>
                  <a:pt x="1372279" y="6304646"/>
                  <a:pt x="1461853" y="6215072"/>
                  <a:pt x="1461853" y="6105112"/>
                </a:cubicBezTo>
                <a:cubicBezTo>
                  <a:pt x="1461647" y="5995151"/>
                  <a:pt x="1372279" y="5905577"/>
                  <a:pt x="1262319" y="5905577"/>
                </a:cubicBezTo>
                <a:close/>
                <a:moveTo>
                  <a:pt x="1262319" y="5731783"/>
                </a:moveTo>
                <a:cubicBezTo>
                  <a:pt x="1468236" y="5731783"/>
                  <a:pt x="1635648" y="5899194"/>
                  <a:pt x="1635648" y="6105112"/>
                </a:cubicBezTo>
                <a:cubicBezTo>
                  <a:pt x="1635648" y="6311029"/>
                  <a:pt x="1468030" y="6478441"/>
                  <a:pt x="1262319" y="6478441"/>
                </a:cubicBezTo>
                <a:cubicBezTo>
                  <a:pt x="1056401" y="6478441"/>
                  <a:pt x="888990" y="6310823"/>
                  <a:pt x="888990" y="6105112"/>
                </a:cubicBezTo>
                <a:cubicBezTo>
                  <a:pt x="888990" y="5899400"/>
                  <a:pt x="1056401" y="5731783"/>
                  <a:pt x="1262319" y="5731783"/>
                </a:cubicBezTo>
                <a:close/>
                <a:moveTo>
                  <a:pt x="290552" y="5006411"/>
                </a:moveTo>
                <a:cubicBezTo>
                  <a:pt x="299628" y="5006575"/>
                  <a:pt x="308818" y="5008518"/>
                  <a:pt x="317621" y="5012431"/>
                </a:cubicBezTo>
                <a:lnTo>
                  <a:pt x="745724" y="5203521"/>
                </a:lnTo>
                <a:cubicBezTo>
                  <a:pt x="780936" y="5219171"/>
                  <a:pt x="796791" y="5260561"/>
                  <a:pt x="781142" y="5295979"/>
                </a:cubicBezTo>
                <a:cubicBezTo>
                  <a:pt x="769404" y="5321924"/>
                  <a:pt x="743871" y="5337368"/>
                  <a:pt x="717101" y="5337368"/>
                </a:cubicBezTo>
                <a:cubicBezTo>
                  <a:pt x="707629" y="5337368"/>
                  <a:pt x="697951" y="5335309"/>
                  <a:pt x="688685" y="5331190"/>
                </a:cubicBezTo>
                <a:lnTo>
                  <a:pt x="260580" y="5140305"/>
                </a:lnTo>
                <a:cubicBezTo>
                  <a:pt x="225368" y="5124449"/>
                  <a:pt x="209513" y="5083060"/>
                  <a:pt x="225368" y="5047849"/>
                </a:cubicBezTo>
                <a:cubicBezTo>
                  <a:pt x="237106" y="5021440"/>
                  <a:pt x="263322" y="5005918"/>
                  <a:pt x="290552" y="5006411"/>
                </a:cubicBezTo>
                <a:close/>
                <a:moveTo>
                  <a:pt x="437697" y="1550240"/>
                </a:moveTo>
                <a:cubicBezTo>
                  <a:pt x="460271" y="1550240"/>
                  <a:pt x="478559" y="1568528"/>
                  <a:pt x="478559" y="1591102"/>
                </a:cubicBezTo>
                <a:cubicBezTo>
                  <a:pt x="478559" y="1613676"/>
                  <a:pt x="460271" y="1631964"/>
                  <a:pt x="437697" y="1631964"/>
                </a:cubicBezTo>
                <a:cubicBezTo>
                  <a:pt x="415123" y="1631964"/>
                  <a:pt x="396835" y="1613676"/>
                  <a:pt x="396835" y="1591102"/>
                </a:cubicBezTo>
                <a:cubicBezTo>
                  <a:pt x="396835" y="1568528"/>
                  <a:pt x="415123" y="1550240"/>
                  <a:pt x="437697" y="1550240"/>
                </a:cubicBezTo>
                <a:close/>
                <a:moveTo>
                  <a:pt x="10901008" y="891156"/>
                </a:moveTo>
                <a:cubicBezTo>
                  <a:pt x="10924093" y="886839"/>
                  <a:pt x="10946262" y="902024"/>
                  <a:pt x="10950579" y="925109"/>
                </a:cubicBezTo>
                <a:lnTo>
                  <a:pt x="10974128" y="1051050"/>
                </a:lnTo>
                <a:lnTo>
                  <a:pt x="11100038" y="1027480"/>
                </a:lnTo>
                <a:cubicBezTo>
                  <a:pt x="11123122" y="1023164"/>
                  <a:pt x="11145292" y="1038348"/>
                  <a:pt x="11149608" y="1061433"/>
                </a:cubicBezTo>
                <a:cubicBezTo>
                  <a:pt x="11153924" y="1084517"/>
                  <a:pt x="11138740" y="1106686"/>
                  <a:pt x="11115655" y="1111003"/>
                </a:cubicBezTo>
                <a:lnTo>
                  <a:pt x="10989740" y="1134547"/>
                </a:lnTo>
                <a:lnTo>
                  <a:pt x="11013284" y="1260462"/>
                </a:lnTo>
                <a:cubicBezTo>
                  <a:pt x="11017600" y="1283547"/>
                  <a:pt x="11002415" y="1305716"/>
                  <a:pt x="10979331" y="1310033"/>
                </a:cubicBezTo>
                <a:cubicBezTo>
                  <a:pt x="10956247" y="1314349"/>
                  <a:pt x="10934077" y="1299164"/>
                  <a:pt x="10929761" y="1276080"/>
                </a:cubicBezTo>
                <a:lnTo>
                  <a:pt x="10906243" y="1150160"/>
                </a:lnTo>
                <a:lnTo>
                  <a:pt x="10780162" y="1173735"/>
                </a:lnTo>
                <a:cubicBezTo>
                  <a:pt x="10757077" y="1178051"/>
                  <a:pt x="10734907" y="1162866"/>
                  <a:pt x="10730591" y="1139782"/>
                </a:cubicBezTo>
                <a:cubicBezTo>
                  <a:pt x="10728502" y="1128226"/>
                  <a:pt x="10731241" y="1116927"/>
                  <a:pt x="10737383" y="1107960"/>
                </a:cubicBezTo>
                <a:cubicBezTo>
                  <a:pt x="10743525" y="1098992"/>
                  <a:pt x="10753071" y="1092356"/>
                  <a:pt x="10764627" y="1090268"/>
                </a:cubicBezTo>
                <a:lnTo>
                  <a:pt x="10890651" y="1066677"/>
                </a:lnTo>
                <a:lnTo>
                  <a:pt x="10867112" y="940643"/>
                </a:lnTo>
                <a:cubicBezTo>
                  <a:pt x="10864884" y="929113"/>
                  <a:pt x="10867621" y="917815"/>
                  <a:pt x="10873764" y="908846"/>
                </a:cubicBezTo>
                <a:cubicBezTo>
                  <a:pt x="10879906" y="899879"/>
                  <a:pt x="10889453" y="893243"/>
                  <a:pt x="10901008" y="891156"/>
                </a:cubicBezTo>
                <a:close/>
                <a:moveTo>
                  <a:pt x="172688" y="813612"/>
                </a:moveTo>
                <a:cubicBezTo>
                  <a:pt x="121825" y="813612"/>
                  <a:pt x="80391" y="855047"/>
                  <a:pt x="80391" y="905910"/>
                </a:cubicBezTo>
                <a:cubicBezTo>
                  <a:pt x="80391" y="956774"/>
                  <a:pt x="121825" y="998207"/>
                  <a:pt x="172688" y="998207"/>
                </a:cubicBezTo>
                <a:cubicBezTo>
                  <a:pt x="223552" y="998207"/>
                  <a:pt x="264985" y="956774"/>
                  <a:pt x="264985" y="905910"/>
                </a:cubicBezTo>
                <a:cubicBezTo>
                  <a:pt x="264985" y="854951"/>
                  <a:pt x="223552" y="813612"/>
                  <a:pt x="172688" y="813612"/>
                </a:cubicBezTo>
                <a:close/>
                <a:moveTo>
                  <a:pt x="172688" y="733127"/>
                </a:moveTo>
                <a:cubicBezTo>
                  <a:pt x="267938" y="733127"/>
                  <a:pt x="345376" y="810565"/>
                  <a:pt x="345376" y="905814"/>
                </a:cubicBezTo>
                <a:cubicBezTo>
                  <a:pt x="345376" y="1001065"/>
                  <a:pt x="267938" y="1078503"/>
                  <a:pt x="172688" y="1078503"/>
                </a:cubicBezTo>
                <a:cubicBezTo>
                  <a:pt x="77438" y="1078503"/>
                  <a:pt x="0" y="1001065"/>
                  <a:pt x="0" y="905814"/>
                </a:cubicBezTo>
                <a:cubicBezTo>
                  <a:pt x="0" y="810565"/>
                  <a:pt x="77438" y="733127"/>
                  <a:pt x="172688" y="733127"/>
                </a:cubicBezTo>
                <a:close/>
                <a:moveTo>
                  <a:pt x="1423185" y="261163"/>
                </a:moveTo>
                <a:cubicBezTo>
                  <a:pt x="1372322" y="261163"/>
                  <a:pt x="1330888" y="302597"/>
                  <a:pt x="1330888" y="353460"/>
                </a:cubicBezTo>
                <a:cubicBezTo>
                  <a:pt x="1330888" y="404324"/>
                  <a:pt x="1372322" y="445758"/>
                  <a:pt x="1423185" y="445758"/>
                </a:cubicBezTo>
                <a:cubicBezTo>
                  <a:pt x="1474049" y="445758"/>
                  <a:pt x="1515482" y="404324"/>
                  <a:pt x="1515482" y="353460"/>
                </a:cubicBezTo>
                <a:cubicBezTo>
                  <a:pt x="1515482" y="302502"/>
                  <a:pt x="1474049" y="261163"/>
                  <a:pt x="1423185" y="261163"/>
                </a:cubicBezTo>
                <a:close/>
                <a:moveTo>
                  <a:pt x="1423185" y="180677"/>
                </a:moveTo>
                <a:cubicBezTo>
                  <a:pt x="1518435" y="180677"/>
                  <a:pt x="1595873" y="258115"/>
                  <a:pt x="1595873" y="353365"/>
                </a:cubicBezTo>
                <a:cubicBezTo>
                  <a:pt x="1595873" y="448615"/>
                  <a:pt x="1518435" y="526053"/>
                  <a:pt x="1423185" y="526053"/>
                </a:cubicBezTo>
                <a:cubicBezTo>
                  <a:pt x="1327935" y="526053"/>
                  <a:pt x="1250497" y="448615"/>
                  <a:pt x="1250497" y="353365"/>
                </a:cubicBezTo>
                <a:cubicBezTo>
                  <a:pt x="1250497" y="258115"/>
                  <a:pt x="1327935" y="180677"/>
                  <a:pt x="1423185" y="180677"/>
                </a:cubicBezTo>
                <a:close/>
                <a:moveTo>
                  <a:pt x="11638869" y="156482"/>
                </a:moveTo>
                <a:lnTo>
                  <a:pt x="11361893" y="208272"/>
                </a:lnTo>
                <a:lnTo>
                  <a:pt x="11545241" y="422295"/>
                </a:lnTo>
                <a:close/>
                <a:moveTo>
                  <a:pt x="559506" y="45390"/>
                </a:moveTo>
                <a:cubicBezTo>
                  <a:pt x="569793" y="45390"/>
                  <a:pt x="580080" y="49319"/>
                  <a:pt x="587938" y="57177"/>
                </a:cubicBezTo>
                <a:lnTo>
                  <a:pt x="673711" y="142950"/>
                </a:lnTo>
                <a:lnTo>
                  <a:pt x="759388" y="57273"/>
                </a:lnTo>
                <a:cubicBezTo>
                  <a:pt x="767246" y="49415"/>
                  <a:pt x="777533" y="45486"/>
                  <a:pt x="787820" y="45487"/>
                </a:cubicBezTo>
                <a:cubicBezTo>
                  <a:pt x="798107" y="45486"/>
                  <a:pt x="808394" y="49415"/>
                  <a:pt x="816252" y="57273"/>
                </a:cubicBezTo>
                <a:cubicBezTo>
                  <a:pt x="831969" y="72989"/>
                  <a:pt x="831969" y="98421"/>
                  <a:pt x="816252" y="114137"/>
                </a:cubicBezTo>
                <a:lnTo>
                  <a:pt x="730576" y="199814"/>
                </a:lnTo>
                <a:lnTo>
                  <a:pt x="816348" y="285586"/>
                </a:lnTo>
                <a:cubicBezTo>
                  <a:pt x="832064" y="301303"/>
                  <a:pt x="832064" y="326734"/>
                  <a:pt x="816348" y="342451"/>
                </a:cubicBezTo>
                <a:cubicBezTo>
                  <a:pt x="808442" y="350356"/>
                  <a:pt x="798155" y="354262"/>
                  <a:pt x="787868" y="354262"/>
                </a:cubicBezTo>
                <a:cubicBezTo>
                  <a:pt x="777581" y="354262"/>
                  <a:pt x="767294" y="350356"/>
                  <a:pt x="759484" y="342451"/>
                </a:cubicBezTo>
                <a:lnTo>
                  <a:pt x="673711" y="256679"/>
                </a:lnTo>
                <a:lnTo>
                  <a:pt x="587843" y="342547"/>
                </a:lnTo>
                <a:cubicBezTo>
                  <a:pt x="580033" y="350357"/>
                  <a:pt x="569745" y="354262"/>
                  <a:pt x="559459" y="354262"/>
                </a:cubicBezTo>
                <a:cubicBezTo>
                  <a:pt x="549171" y="354262"/>
                  <a:pt x="538884" y="350357"/>
                  <a:pt x="531074" y="342451"/>
                </a:cubicBezTo>
                <a:cubicBezTo>
                  <a:pt x="515358" y="326735"/>
                  <a:pt x="515358" y="301303"/>
                  <a:pt x="531074" y="285587"/>
                </a:cubicBezTo>
                <a:lnTo>
                  <a:pt x="616847" y="199814"/>
                </a:lnTo>
                <a:lnTo>
                  <a:pt x="531074" y="114041"/>
                </a:lnTo>
                <a:cubicBezTo>
                  <a:pt x="515358" y="98325"/>
                  <a:pt x="515358" y="72893"/>
                  <a:pt x="531074" y="57177"/>
                </a:cubicBezTo>
                <a:cubicBezTo>
                  <a:pt x="538932" y="49319"/>
                  <a:pt x="549219" y="45390"/>
                  <a:pt x="559506" y="45390"/>
                </a:cubicBezTo>
                <a:close/>
                <a:moveTo>
                  <a:pt x="11729636" y="1162"/>
                </a:moveTo>
                <a:cubicBezTo>
                  <a:pt x="11753595" y="-3318"/>
                  <a:pt x="11777924" y="5342"/>
                  <a:pt x="11793775" y="23814"/>
                </a:cubicBezTo>
                <a:cubicBezTo>
                  <a:pt x="11809628" y="42286"/>
                  <a:pt x="11814268" y="67720"/>
                  <a:pt x="11806253" y="90539"/>
                </a:cubicBezTo>
                <a:lnTo>
                  <a:pt x="11634334" y="578398"/>
                </a:lnTo>
                <a:cubicBezTo>
                  <a:pt x="11626228" y="601349"/>
                  <a:pt x="11606539" y="618125"/>
                  <a:pt x="11582713" y="622695"/>
                </a:cubicBezTo>
                <a:cubicBezTo>
                  <a:pt x="11558754" y="627175"/>
                  <a:pt x="11534425" y="618516"/>
                  <a:pt x="11518573" y="600043"/>
                </a:cubicBezTo>
                <a:lnTo>
                  <a:pt x="11181992" y="207265"/>
                </a:lnTo>
                <a:cubicBezTo>
                  <a:pt x="11166139" y="188794"/>
                  <a:pt x="11161500" y="163358"/>
                  <a:pt x="11169514" y="140540"/>
                </a:cubicBezTo>
                <a:cubicBezTo>
                  <a:pt x="11177621" y="117587"/>
                  <a:pt x="11197311" y="100814"/>
                  <a:pt x="11221136" y="96242"/>
                </a:cubicBezTo>
                <a:close/>
              </a:path>
            </a:pathLst>
          </a:custGeom>
          <a:solidFill>
            <a:srgbClr val="D8D8D8"/>
          </a:solidFill>
          <a:ln>
            <a:noFill/>
          </a:ln>
          <a:effectLst>
            <a:outerShdw rotWithShape="0" algn="tl" dir="2700000" dist="38100">
              <a:srgbClr val="FFDF00">
                <a:alpha val="1882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PPTMON slide">
  <p:cSld name="17_PPTMON slide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29909" r="0" t="0"/>
          <a:stretch/>
        </p:blipFill>
        <p:spPr>
          <a:xfrm>
            <a:off x="5771192" y="6908968"/>
            <a:ext cx="2239204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0">
            <a:hlinkClick r:id="rId4"/>
          </p:cNvPr>
          <p:cNvSpPr txBox="1"/>
          <p:nvPr/>
        </p:nvSpPr>
        <p:spPr>
          <a:xfrm>
            <a:off x="4181605" y="6964689"/>
            <a:ext cx="2690631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Presentation template by</a:t>
            </a:r>
            <a:endParaRPr sz="1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20"/>
          <p:cNvSpPr/>
          <p:nvPr/>
        </p:nvSpPr>
        <p:spPr>
          <a:xfrm rot="10800000">
            <a:off x="294550" y="142808"/>
            <a:ext cx="11610143" cy="6485444"/>
          </a:xfrm>
          <a:custGeom>
            <a:rect b="b" l="l" r="r" t="t"/>
            <a:pathLst>
              <a:path extrusionOk="0" h="6485444" w="11610143">
                <a:moveTo>
                  <a:pt x="666034" y="6171198"/>
                </a:moveTo>
                <a:cubicBezTo>
                  <a:pt x="605715" y="6171198"/>
                  <a:pt x="556579" y="6220335"/>
                  <a:pt x="556579" y="6280654"/>
                </a:cubicBezTo>
                <a:cubicBezTo>
                  <a:pt x="556579" y="6340972"/>
                  <a:pt x="605715" y="6390108"/>
                  <a:pt x="666034" y="6390108"/>
                </a:cubicBezTo>
                <a:cubicBezTo>
                  <a:pt x="726352" y="6390108"/>
                  <a:pt x="775489" y="6340972"/>
                  <a:pt x="775489" y="6280654"/>
                </a:cubicBezTo>
                <a:cubicBezTo>
                  <a:pt x="775375" y="6220335"/>
                  <a:pt x="726352" y="6171198"/>
                  <a:pt x="666034" y="6171198"/>
                </a:cubicBezTo>
                <a:close/>
                <a:moveTo>
                  <a:pt x="666034" y="6075863"/>
                </a:moveTo>
                <a:cubicBezTo>
                  <a:pt x="778991" y="6075863"/>
                  <a:pt x="870825" y="6167696"/>
                  <a:pt x="870825" y="6280654"/>
                </a:cubicBezTo>
                <a:cubicBezTo>
                  <a:pt x="870825" y="6393610"/>
                  <a:pt x="778878" y="6485444"/>
                  <a:pt x="666034" y="6485444"/>
                </a:cubicBezTo>
                <a:cubicBezTo>
                  <a:pt x="553077" y="6485444"/>
                  <a:pt x="461244" y="6393497"/>
                  <a:pt x="461244" y="6280654"/>
                </a:cubicBezTo>
                <a:cubicBezTo>
                  <a:pt x="461244" y="6167809"/>
                  <a:pt x="553077" y="6075863"/>
                  <a:pt x="666034" y="6075863"/>
                </a:cubicBezTo>
                <a:close/>
                <a:moveTo>
                  <a:pt x="7390422" y="6058390"/>
                </a:moveTo>
                <a:cubicBezTo>
                  <a:pt x="7400709" y="6058390"/>
                  <a:pt x="7410996" y="6062295"/>
                  <a:pt x="7418807" y="6070201"/>
                </a:cubicBezTo>
                <a:lnTo>
                  <a:pt x="7504579" y="6155973"/>
                </a:lnTo>
                <a:lnTo>
                  <a:pt x="7590447" y="6070105"/>
                </a:lnTo>
                <a:cubicBezTo>
                  <a:pt x="7598258" y="6062295"/>
                  <a:pt x="7608545" y="6058390"/>
                  <a:pt x="7618832" y="6058390"/>
                </a:cubicBezTo>
                <a:cubicBezTo>
                  <a:pt x="7629119" y="6058390"/>
                  <a:pt x="7639406" y="6062295"/>
                  <a:pt x="7647216" y="6070201"/>
                </a:cubicBezTo>
                <a:cubicBezTo>
                  <a:pt x="7662933" y="6085917"/>
                  <a:pt x="7662933" y="6111349"/>
                  <a:pt x="7647216" y="6127065"/>
                </a:cubicBezTo>
                <a:lnTo>
                  <a:pt x="7561444" y="6212838"/>
                </a:lnTo>
                <a:lnTo>
                  <a:pt x="7647216" y="6298610"/>
                </a:lnTo>
                <a:cubicBezTo>
                  <a:pt x="7662933" y="6314326"/>
                  <a:pt x="7662933" y="6339758"/>
                  <a:pt x="7647216" y="6355475"/>
                </a:cubicBezTo>
                <a:cubicBezTo>
                  <a:pt x="7631500" y="6371191"/>
                  <a:pt x="7606068" y="6371191"/>
                  <a:pt x="7590352" y="6355475"/>
                </a:cubicBezTo>
                <a:lnTo>
                  <a:pt x="7504615" y="6269666"/>
                </a:lnTo>
                <a:lnTo>
                  <a:pt x="7418902" y="6355379"/>
                </a:lnTo>
                <a:cubicBezTo>
                  <a:pt x="7403186" y="6371095"/>
                  <a:pt x="7377754" y="6371095"/>
                  <a:pt x="7362038" y="6355379"/>
                </a:cubicBezTo>
                <a:cubicBezTo>
                  <a:pt x="7346322" y="6339663"/>
                  <a:pt x="7346322" y="6314231"/>
                  <a:pt x="7362038" y="6298515"/>
                </a:cubicBezTo>
                <a:lnTo>
                  <a:pt x="7447775" y="6212778"/>
                </a:lnTo>
                <a:lnTo>
                  <a:pt x="7362038" y="6126970"/>
                </a:lnTo>
                <a:cubicBezTo>
                  <a:pt x="7346322" y="6111253"/>
                  <a:pt x="7346322" y="6085822"/>
                  <a:pt x="7362038" y="6070105"/>
                </a:cubicBezTo>
                <a:cubicBezTo>
                  <a:pt x="7369848" y="6062295"/>
                  <a:pt x="7380135" y="6058390"/>
                  <a:pt x="7390422" y="6058390"/>
                </a:cubicBezTo>
                <a:close/>
                <a:moveTo>
                  <a:pt x="6943509" y="5922270"/>
                </a:moveTo>
                <a:cubicBezTo>
                  <a:pt x="6966083" y="5922270"/>
                  <a:pt x="6984371" y="5940558"/>
                  <a:pt x="6984371" y="5963132"/>
                </a:cubicBezTo>
                <a:cubicBezTo>
                  <a:pt x="6984371" y="5985706"/>
                  <a:pt x="6966083" y="6003994"/>
                  <a:pt x="6943509" y="6003994"/>
                </a:cubicBezTo>
                <a:cubicBezTo>
                  <a:pt x="6920935" y="6003994"/>
                  <a:pt x="6902647" y="5985706"/>
                  <a:pt x="6902647" y="5963132"/>
                </a:cubicBezTo>
                <a:cubicBezTo>
                  <a:pt x="6902647" y="5940558"/>
                  <a:pt x="6920935" y="5922270"/>
                  <a:pt x="6943509" y="5922270"/>
                </a:cubicBezTo>
                <a:close/>
                <a:moveTo>
                  <a:pt x="10983062" y="5818721"/>
                </a:moveTo>
                <a:lnTo>
                  <a:pt x="10939914" y="5979694"/>
                </a:lnTo>
                <a:lnTo>
                  <a:pt x="11100887" y="5936546"/>
                </a:lnTo>
                <a:close/>
                <a:moveTo>
                  <a:pt x="10951820" y="5702231"/>
                </a:moveTo>
                <a:cubicBezTo>
                  <a:pt x="10965727" y="5698516"/>
                  <a:pt x="10980490" y="5702516"/>
                  <a:pt x="10990682" y="5712613"/>
                </a:cubicBezTo>
                <a:lnTo>
                  <a:pt x="11206995" y="5928926"/>
                </a:lnTo>
                <a:cubicBezTo>
                  <a:pt x="11217187" y="5939117"/>
                  <a:pt x="11221092" y="5953881"/>
                  <a:pt x="11217377" y="5967788"/>
                </a:cubicBezTo>
                <a:cubicBezTo>
                  <a:pt x="11213662" y="5981694"/>
                  <a:pt x="11202804" y="5992458"/>
                  <a:pt x="11188993" y="5996172"/>
                </a:cubicBezTo>
                <a:lnTo>
                  <a:pt x="10893527" y="6075325"/>
                </a:lnTo>
                <a:cubicBezTo>
                  <a:pt x="10879621" y="6079040"/>
                  <a:pt x="10864857" y="6075039"/>
                  <a:pt x="10854665" y="6064943"/>
                </a:cubicBezTo>
                <a:cubicBezTo>
                  <a:pt x="10844473" y="6054751"/>
                  <a:pt x="10840568" y="6039987"/>
                  <a:pt x="10844283" y="6026081"/>
                </a:cubicBezTo>
                <a:lnTo>
                  <a:pt x="10923436" y="5730615"/>
                </a:lnTo>
                <a:cubicBezTo>
                  <a:pt x="10927150" y="5716709"/>
                  <a:pt x="10938009" y="5705945"/>
                  <a:pt x="10951820" y="5702231"/>
                </a:cubicBezTo>
                <a:close/>
                <a:moveTo>
                  <a:pt x="118491" y="5680513"/>
                </a:moveTo>
                <a:cubicBezTo>
                  <a:pt x="127655" y="5676998"/>
                  <a:pt x="138160" y="5676970"/>
                  <a:pt x="147818" y="5681262"/>
                </a:cubicBezTo>
                <a:lnTo>
                  <a:pt x="382654" y="5786085"/>
                </a:lnTo>
                <a:cubicBezTo>
                  <a:pt x="401970" y="5794670"/>
                  <a:pt x="410667" y="5817374"/>
                  <a:pt x="402083" y="5836802"/>
                </a:cubicBezTo>
                <a:cubicBezTo>
                  <a:pt x="395644" y="5851035"/>
                  <a:pt x="381638" y="5859506"/>
                  <a:pt x="366953" y="5859506"/>
                </a:cubicBezTo>
                <a:cubicBezTo>
                  <a:pt x="361757" y="5859506"/>
                  <a:pt x="356448" y="5858377"/>
                  <a:pt x="351365" y="5856118"/>
                </a:cubicBezTo>
                <a:lnTo>
                  <a:pt x="116529" y="5751408"/>
                </a:lnTo>
                <a:cubicBezTo>
                  <a:pt x="97213" y="5742710"/>
                  <a:pt x="88516" y="5720006"/>
                  <a:pt x="97213" y="5700690"/>
                </a:cubicBezTo>
                <a:cubicBezTo>
                  <a:pt x="101505" y="5691032"/>
                  <a:pt x="109328" y="5684029"/>
                  <a:pt x="118491" y="5680513"/>
                </a:cubicBezTo>
                <a:close/>
                <a:moveTo>
                  <a:pt x="1411173" y="5445192"/>
                </a:moveTo>
                <a:cubicBezTo>
                  <a:pt x="1437943" y="5445192"/>
                  <a:pt x="1459518" y="5466880"/>
                  <a:pt x="1459518" y="5493651"/>
                </a:cubicBezTo>
                <a:cubicBezTo>
                  <a:pt x="1459518" y="5520421"/>
                  <a:pt x="1437830" y="5542109"/>
                  <a:pt x="1411060" y="5542109"/>
                </a:cubicBezTo>
                <a:cubicBezTo>
                  <a:pt x="1384289" y="5542109"/>
                  <a:pt x="1362714" y="5520421"/>
                  <a:pt x="1362714" y="5493651"/>
                </a:cubicBezTo>
                <a:cubicBezTo>
                  <a:pt x="1362714" y="5466880"/>
                  <a:pt x="1384402" y="5445192"/>
                  <a:pt x="1411173" y="5445192"/>
                </a:cubicBezTo>
                <a:close/>
                <a:moveTo>
                  <a:pt x="10153813" y="3744562"/>
                </a:moveTo>
                <a:cubicBezTo>
                  <a:pt x="10161540" y="3741597"/>
                  <a:pt x="10170398" y="3741574"/>
                  <a:pt x="10178542" y="3745193"/>
                </a:cubicBezTo>
                <a:lnTo>
                  <a:pt x="10376566" y="3833585"/>
                </a:lnTo>
                <a:cubicBezTo>
                  <a:pt x="10392854" y="3840824"/>
                  <a:pt x="10400188" y="3859969"/>
                  <a:pt x="10392949" y="3876352"/>
                </a:cubicBezTo>
                <a:cubicBezTo>
                  <a:pt x="10387520" y="3888353"/>
                  <a:pt x="10375709" y="3895497"/>
                  <a:pt x="10363327" y="3895497"/>
                </a:cubicBezTo>
                <a:cubicBezTo>
                  <a:pt x="10358945" y="3895497"/>
                  <a:pt x="10354468" y="3894545"/>
                  <a:pt x="10350182" y="3892640"/>
                </a:cubicBezTo>
                <a:lnTo>
                  <a:pt x="10152157" y="3804343"/>
                </a:lnTo>
                <a:cubicBezTo>
                  <a:pt x="10135870" y="3797009"/>
                  <a:pt x="10128535" y="3777863"/>
                  <a:pt x="10135870" y="3761576"/>
                </a:cubicBezTo>
                <a:cubicBezTo>
                  <a:pt x="10139489" y="3753432"/>
                  <a:pt x="10146085" y="3747527"/>
                  <a:pt x="10153813" y="3744562"/>
                </a:cubicBezTo>
                <a:close/>
                <a:moveTo>
                  <a:pt x="2063166" y="3619336"/>
                </a:moveTo>
                <a:cubicBezTo>
                  <a:pt x="2024885" y="3619336"/>
                  <a:pt x="1993700" y="3650520"/>
                  <a:pt x="1993700" y="3688802"/>
                </a:cubicBezTo>
                <a:cubicBezTo>
                  <a:pt x="1993700" y="3727084"/>
                  <a:pt x="2024885" y="3758269"/>
                  <a:pt x="2063166" y="3758269"/>
                </a:cubicBezTo>
                <a:cubicBezTo>
                  <a:pt x="2101448" y="3758269"/>
                  <a:pt x="2132632" y="3727084"/>
                  <a:pt x="2132632" y="3688802"/>
                </a:cubicBezTo>
                <a:cubicBezTo>
                  <a:pt x="2132632" y="3650449"/>
                  <a:pt x="2101448" y="3619336"/>
                  <a:pt x="2063166" y="3619336"/>
                </a:cubicBezTo>
                <a:close/>
                <a:moveTo>
                  <a:pt x="9732551" y="3590921"/>
                </a:moveTo>
                <a:cubicBezTo>
                  <a:pt x="9681688" y="3590921"/>
                  <a:pt x="9640254" y="3632355"/>
                  <a:pt x="9640254" y="3683218"/>
                </a:cubicBezTo>
                <a:cubicBezTo>
                  <a:pt x="9640254" y="3734082"/>
                  <a:pt x="9681688" y="3775516"/>
                  <a:pt x="9732551" y="3775516"/>
                </a:cubicBezTo>
                <a:cubicBezTo>
                  <a:pt x="9783415" y="3775516"/>
                  <a:pt x="9824848" y="3734082"/>
                  <a:pt x="9824848" y="3683218"/>
                </a:cubicBezTo>
                <a:cubicBezTo>
                  <a:pt x="9824848" y="3632260"/>
                  <a:pt x="9783415" y="3590921"/>
                  <a:pt x="9732551" y="3590921"/>
                </a:cubicBezTo>
                <a:close/>
                <a:moveTo>
                  <a:pt x="2063166" y="3558759"/>
                </a:moveTo>
                <a:cubicBezTo>
                  <a:pt x="2134854" y="3558759"/>
                  <a:pt x="2193138" y="3617042"/>
                  <a:pt x="2193138" y="3688730"/>
                </a:cubicBezTo>
                <a:cubicBezTo>
                  <a:pt x="2193138" y="3760419"/>
                  <a:pt x="2134854" y="3818702"/>
                  <a:pt x="2063166" y="3818702"/>
                </a:cubicBezTo>
                <a:cubicBezTo>
                  <a:pt x="1991477" y="3818702"/>
                  <a:pt x="1933194" y="3760419"/>
                  <a:pt x="1933194" y="3688730"/>
                </a:cubicBezTo>
                <a:cubicBezTo>
                  <a:pt x="1933194" y="3617042"/>
                  <a:pt x="1991477" y="3558759"/>
                  <a:pt x="2063166" y="3558759"/>
                </a:cubicBezTo>
                <a:close/>
                <a:moveTo>
                  <a:pt x="3181124" y="3525547"/>
                </a:moveTo>
                <a:cubicBezTo>
                  <a:pt x="3186939" y="3523315"/>
                  <a:pt x="3193607" y="3523298"/>
                  <a:pt x="3199736" y="3526022"/>
                </a:cubicBezTo>
                <a:lnTo>
                  <a:pt x="3348778" y="3592550"/>
                </a:lnTo>
                <a:cubicBezTo>
                  <a:pt x="3361036" y="3597998"/>
                  <a:pt x="3366556" y="3612408"/>
                  <a:pt x="3361108" y="3624738"/>
                </a:cubicBezTo>
                <a:cubicBezTo>
                  <a:pt x="3357022" y="3633771"/>
                  <a:pt x="3348132" y="3639147"/>
                  <a:pt x="3338813" y="3639147"/>
                </a:cubicBezTo>
                <a:cubicBezTo>
                  <a:pt x="3335515" y="3639147"/>
                  <a:pt x="3332146" y="3638431"/>
                  <a:pt x="3328920" y="3636997"/>
                </a:cubicBezTo>
                <a:lnTo>
                  <a:pt x="3179878" y="3570541"/>
                </a:lnTo>
                <a:cubicBezTo>
                  <a:pt x="3167620" y="3565021"/>
                  <a:pt x="3162099" y="3550611"/>
                  <a:pt x="3167620" y="3538352"/>
                </a:cubicBezTo>
                <a:cubicBezTo>
                  <a:pt x="3170344" y="3532223"/>
                  <a:pt x="3175309" y="3527778"/>
                  <a:pt x="3181124" y="3525547"/>
                </a:cubicBezTo>
                <a:close/>
                <a:moveTo>
                  <a:pt x="9732551" y="3510435"/>
                </a:moveTo>
                <a:cubicBezTo>
                  <a:pt x="9827801" y="3510435"/>
                  <a:pt x="9905239" y="3587873"/>
                  <a:pt x="9905239" y="3683123"/>
                </a:cubicBezTo>
                <a:cubicBezTo>
                  <a:pt x="9905239" y="3778373"/>
                  <a:pt x="9827801" y="3855811"/>
                  <a:pt x="9732551" y="3855811"/>
                </a:cubicBezTo>
                <a:cubicBezTo>
                  <a:pt x="9637301" y="3855811"/>
                  <a:pt x="9559863" y="3778373"/>
                  <a:pt x="9559863" y="3683123"/>
                </a:cubicBezTo>
                <a:cubicBezTo>
                  <a:pt x="9559863" y="3587873"/>
                  <a:pt x="9637301" y="3510435"/>
                  <a:pt x="9732551" y="3510435"/>
                </a:cubicBezTo>
                <a:close/>
                <a:moveTo>
                  <a:pt x="1734227" y="3438325"/>
                </a:moveTo>
                <a:cubicBezTo>
                  <a:pt x="1754376" y="3438325"/>
                  <a:pt x="1770613" y="3454648"/>
                  <a:pt x="1770613" y="3474796"/>
                </a:cubicBezTo>
                <a:cubicBezTo>
                  <a:pt x="1770613" y="3494945"/>
                  <a:pt x="1754291" y="3511267"/>
                  <a:pt x="1734142" y="3511267"/>
                </a:cubicBezTo>
                <a:cubicBezTo>
                  <a:pt x="1713994" y="3511267"/>
                  <a:pt x="1697756" y="3494945"/>
                  <a:pt x="1697756" y="3474796"/>
                </a:cubicBezTo>
                <a:cubicBezTo>
                  <a:pt x="1697756" y="3454648"/>
                  <a:pt x="1714079" y="3438325"/>
                  <a:pt x="1734227" y="3438325"/>
                </a:cubicBezTo>
                <a:close/>
                <a:moveTo>
                  <a:pt x="11264767" y="1082112"/>
                </a:moveTo>
                <a:cubicBezTo>
                  <a:pt x="11287341" y="1082112"/>
                  <a:pt x="11305629" y="1100401"/>
                  <a:pt x="11305629" y="1122975"/>
                </a:cubicBezTo>
                <a:cubicBezTo>
                  <a:pt x="11305629" y="1145549"/>
                  <a:pt x="11287341" y="1163837"/>
                  <a:pt x="11264767" y="1163837"/>
                </a:cubicBezTo>
                <a:cubicBezTo>
                  <a:pt x="11242193" y="1163837"/>
                  <a:pt x="11223905" y="1145549"/>
                  <a:pt x="11223905" y="1122975"/>
                </a:cubicBezTo>
                <a:cubicBezTo>
                  <a:pt x="11223905" y="1100401"/>
                  <a:pt x="11242193" y="1082112"/>
                  <a:pt x="11264767" y="1082112"/>
                </a:cubicBezTo>
                <a:close/>
                <a:moveTo>
                  <a:pt x="11437455" y="388120"/>
                </a:moveTo>
                <a:cubicBezTo>
                  <a:pt x="11386592" y="388120"/>
                  <a:pt x="11345158" y="429554"/>
                  <a:pt x="11345158" y="480417"/>
                </a:cubicBezTo>
                <a:cubicBezTo>
                  <a:pt x="11345158" y="531281"/>
                  <a:pt x="11386592" y="572715"/>
                  <a:pt x="11437455" y="572715"/>
                </a:cubicBezTo>
                <a:cubicBezTo>
                  <a:pt x="11488319" y="572715"/>
                  <a:pt x="11529752" y="531281"/>
                  <a:pt x="11529752" y="480417"/>
                </a:cubicBezTo>
                <a:cubicBezTo>
                  <a:pt x="11529752" y="429459"/>
                  <a:pt x="11488319" y="388120"/>
                  <a:pt x="11437455" y="388120"/>
                </a:cubicBezTo>
                <a:close/>
                <a:moveTo>
                  <a:pt x="6940757" y="336895"/>
                </a:moveTo>
                <a:cubicBezTo>
                  <a:pt x="6967527" y="336895"/>
                  <a:pt x="6989102" y="358582"/>
                  <a:pt x="6989102" y="385353"/>
                </a:cubicBezTo>
                <a:cubicBezTo>
                  <a:pt x="6989102" y="412124"/>
                  <a:pt x="6967414" y="433812"/>
                  <a:pt x="6940644" y="433812"/>
                </a:cubicBezTo>
                <a:cubicBezTo>
                  <a:pt x="6913873" y="433812"/>
                  <a:pt x="6892298" y="412124"/>
                  <a:pt x="6892298" y="385353"/>
                </a:cubicBezTo>
                <a:cubicBezTo>
                  <a:pt x="6892298" y="358582"/>
                  <a:pt x="6913986" y="336895"/>
                  <a:pt x="6940757" y="336895"/>
                </a:cubicBezTo>
                <a:close/>
                <a:moveTo>
                  <a:pt x="11437455" y="307634"/>
                </a:moveTo>
                <a:cubicBezTo>
                  <a:pt x="11532705" y="307634"/>
                  <a:pt x="11610143" y="385072"/>
                  <a:pt x="11610143" y="480322"/>
                </a:cubicBezTo>
                <a:cubicBezTo>
                  <a:pt x="11610143" y="575572"/>
                  <a:pt x="11532705" y="653010"/>
                  <a:pt x="11437455" y="653010"/>
                </a:cubicBezTo>
                <a:cubicBezTo>
                  <a:pt x="11342205" y="653010"/>
                  <a:pt x="11264767" y="575572"/>
                  <a:pt x="11264767" y="480322"/>
                </a:cubicBezTo>
                <a:cubicBezTo>
                  <a:pt x="11264767" y="385072"/>
                  <a:pt x="11342205" y="307634"/>
                  <a:pt x="11437455" y="307634"/>
                </a:cubicBezTo>
                <a:close/>
                <a:moveTo>
                  <a:pt x="278840" y="300742"/>
                </a:moveTo>
                <a:lnTo>
                  <a:pt x="117868" y="343890"/>
                </a:lnTo>
                <a:lnTo>
                  <a:pt x="235692" y="461714"/>
                </a:lnTo>
                <a:close/>
                <a:moveTo>
                  <a:pt x="755729" y="272824"/>
                </a:moveTo>
                <a:cubicBezTo>
                  <a:pt x="766016" y="272824"/>
                  <a:pt x="776303" y="276753"/>
                  <a:pt x="784161" y="284611"/>
                </a:cubicBezTo>
                <a:lnTo>
                  <a:pt x="869887" y="370336"/>
                </a:lnTo>
                <a:lnTo>
                  <a:pt x="955612" y="284611"/>
                </a:lnTo>
                <a:cubicBezTo>
                  <a:pt x="963470" y="276753"/>
                  <a:pt x="973757" y="272824"/>
                  <a:pt x="984044" y="272824"/>
                </a:cubicBezTo>
                <a:cubicBezTo>
                  <a:pt x="994331" y="272824"/>
                  <a:pt x="1004617" y="276753"/>
                  <a:pt x="1012476" y="284611"/>
                </a:cubicBezTo>
                <a:cubicBezTo>
                  <a:pt x="1028193" y="300327"/>
                  <a:pt x="1028193" y="325759"/>
                  <a:pt x="1012476" y="341475"/>
                </a:cubicBezTo>
                <a:lnTo>
                  <a:pt x="926733" y="427182"/>
                </a:lnTo>
                <a:lnTo>
                  <a:pt x="1012571" y="513020"/>
                </a:lnTo>
                <a:cubicBezTo>
                  <a:pt x="1028287" y="528737"/>
                  <a:pt x="1028287" y="554168"/>
                  <a:pt x="1012571" y="569885"/>
                </a:cubicBezTo>
                <a:cubicBezTo>
                  <a:pt x="1004665" y="577695"/>
                  <a:pt x="994378" y="581600"/>
                  <a:pt x="984092" y="581600"/>
                </a:cubicBezTo>
                <a:cubicBezTo>
                  <a:pt x="973804" y="581600"/>
                  <a:pt x="963517" y="577695"/>
                  <a:pt x="955706" y="569789"/>
                </a:cubicBezTo>
                <a:lnTo>
                  <a:pt x="869887" y="484005"/>
                </a:lnTo>
                <a:lnTo>
                  <a:pt x="784067" y="569789"/>
                </a:lnTo>
                <a:cubicBezTo>
                  <a:pt x="776256" y="577695"/>
                  <a:pt x="765969" y="581600"/>
                  <a:pt x="755682" y="581600"/>
                </a:cubicBezTo>
                <a:cubicBezTo>
                  <a:pt x="745395" y="581600"/>
                  <a:pt x="735108" y="577695"/>
                  <a:pt x="727298" y="569789"/>
                </a:cubicBezTo>
                <a:cubicBezTo>
                  <a:pt x="711582" y="554073"/>
                  <a:pt x="711582" y="528641"/>
                  <a:pt x="727298" y="512925"/>
                </a:cubicBezTo>
                <a:lnTo>
                  <a:pt x="813040" y="427183"/>
                </a:lnTo>
                <a:lnTo>
                  <a:pt x="727297" y="341475"/>
                </a:lnTo>
                <a:cubicBezTo>
                  <a:pt x="711581" y="325759"/>
                  <a:pt x="711581" y="300327"/>
                  <a:pt x="727297" y="284611"/>
                </a:cubicBezTo>
                <a:cubicBezTo>
                  <a:pt x="735155" y="276753"/>
                  <a:pt x="745442" y="272824"/>
                  <a:pt x="755729" y="272824"/>
                </a:cubicBezTo>
                <a:close/>
                <a:moveTo>
                  <a:pt x="5046248" y="263434"/>
                </a:moveTo>
                <a:cubicBezTo>
                  <a:pt x="5053975" y="260469"/>
                  <a:pt x="5062833" y="260445"/>
                  <a:pt x="5070977" y="264065"/>
                </a:cubicBezTo>
                <a:lnTo>
                  <a:pt x="5269001" y="352457"/>
                </a:lnTo>
                <a:cubicBezTo>
                  <a:pt x="5285289" y="359696"/>
                  <a:pt x="5292623" y="378841"/>
                  <a:pt x="5285384" y="395224"/>
                </a:cubicBezTo>
                <a:cubicBezTo>
                  <a:pt x="5279955" y="407225"/>
                  <a:pt x="5268144" y="414369"/>
                  <a:pt x="5255762" y="414369"/>
                </a:cubicBezTo>
                <a:cubicBezTo>
                  <a:pt x="5251380" y="414369"/>
                  <a:pt x="5246903" y="413417"/>
                  <a:pt x="5242617" y="411512"/>
                </a:cubicBezTo>
                <a:lnTo>
                  <a:pt x="5044592" y="323215"/>
                </a:lnTo>
                <a:cubicBezTo>
                  <a:pt x="5028305" y="315881"/>
                  <a:pt x="5020970" y="296735"/>
                  <a:pt x="5028305" y="280448"/>
                </a:cubicBezTo>
                <a:cubicBezTo>
                  <a:pt x="5031924" y="272304"/>
                  <a:pt x="5038521" y="266398"/>
                  <a:pt x="5046248" y="263434"/>
                </a:cubicBezTo>
                <a:close/>
                <a:moveTo>
                  <a:pt x="6243269" y="225064"/>
                </a:moveTo>
                <a:lnTo>
                  <a:pt x="6076842" y="233790"/>
                </a:lnTo>
                <a:lnTo>
                  <a:pt x="6167586" y="373543"/>
                </a:lnTo>
                <a:close/>
                <a:moveTo>
                  <a:pt x="325227" y="205111"/>
                </a:moveTo>
                <a:cubicBezTo>
                  <a:pt x="339133" y="201396"/>
                  <a:pt x="353897" y="205396"/>
                  <a:pt x="364089" y="215493"/>
                </a:cubicBezTo>
                <a:cubicBezTo>
                  <a:pt x="374281" y="225685"/>
                  <a:pt x="378186" y="240448"/>
                  <a:pt x="374471" y="254355"/>
                </a:cubicBezTo>
                <a:lnTo>
                  <a:pt x="295318" y="549820"/>
                </a:lnTo>
                <a:cubicBezTo>
                  <a:pt x="291604" y="563727"/>
                  <a:pt x="280745" y="574490"/>
                  <a:pt x="266934" y="578205"/>
                </a:cubicBezTo>
                <a:cubicBezTo>
                  <a:pt x="253027" y="581920"/>
                  <a:pt x="238264" y="577919"/>
                  <a:pt x="228072" y="567823"/>
                </a:cubicBezTo>
                <a:lnTo>
                  <a:pt x="11759" y="351510"/>
                </a:lnTo>
                <a:cubicBezTo>
                  <a:pt x="1567" y="341318"/>
                  <a:pt x="-2338" y="326554"/>
                  <a:pt x="1378" y="312648"/>
                </a:cubicBezTo>
                <a:cubicBezTo>
                  <a:pt x="5092" y="298741"/>
                  <a:pt x="15950" y="287978"/>
                  <a:pt x="29762" y="284263"/>
                </a:cubicBezTo>
                <a:close/>
                <a:moveTo>
                  <a:pt x="6308530" y="141171"/>
                </a:moveTo>
                <a:cubicBezTo>
                  <a:pt x="6322905" y="140429"/>
                  <a:pt x="6336514" y="147413"/>
                  <a:pt x="6344383" y="159408"/>
                </a:cubicBezTo>
                <a:cubicBezTo>
                  <a:pt x="6352233" y="171497"/>
                  <a:pt x="6352982" y="186751"/>
                  <a:pt x="6346456" y="199580"/>
                </a:cubicBezTo>
                <a:lnTo>
                  <a:pt x="6207584" y="472123"/>
                </a:lnTo>
                <a:cubicBezTo>
                  <a:pt x="6201059" y="484953"/>
                  <a:pt x="6188199" y="493223"/>
                  <a:pt x="6173917" y="493984"/>
                </a:cubicBezTo>
                <a:cubicBezTo>
                  <a:pt x="6159542" y="494725"/>
                  <a:pt x="6145933" y="487742"/>
                  <a:pt x="6138064" y="475746"/>
                </a:cubicBezTo>
                <a:lnTo>
                  <a:pt x="5971469" y="219175"/>
                </a:lnTo>
                <a:cubicBezTo>
                  <a:pt x="5963619" y="207087"/>
                  <a:pt x="5962870" y="191834"/>
                  <a:pt x="5969396" y="179004"/>
                </a:cubicBezTo>
                <a:cubicBezTo>
                  <a:pt x="5975922" y="166174"/>
                  <a:pt x="5988782" y="157904"/>
                  <a:pt x="6003063" y="157143"/>
                </a:cubicBezTo>
                <a:close/>
                <a:moveTo>
                  <a:pt x="10573776" y="0"/>
                </a:moveTo>
                <a:cubicBezTo>
                  <a:pt x="10584063" y="0"/>
                  <a:pt x="10594350" y="3929"/>
                  <a:pt x="10602208" y="11787"/>
                </a:cubicBezTo>
                <a:lnTo>
                  <a:pt x="10687981" y="97560"/>
                </a:lnTo>
                <a:lnTo>
                  <a:pt x="10773658" y="11883"/>
                </a:lnTo>
                <a:cubicBezTo>
                  <a:pt x="10781516" y="4025"/>
                  <a:pt x="10791803" y="96"/>
                  <a:pt x="10802090" y="96"/>
                </a:cubicBezTo>
                <a:cubicBezTo>
                  <a:pt x="10812377" y="96"/>
                  <a:pt x="10822664" y="4025"/>
                  <a:pt x="10830522" y="11883"/>
                </a:cubicBezTo>
                <a:cubicBezTo>
                  <a:pt x="10846239" y="27599"/>
                  <a:pt x="10846239" y="53031"/>
                  <a:pt x="10830522" y="68747"/>
                </a:cubicBezTo>
                <a:lnTo>
                  <a:pt x="10744846" y="154424"/>
                </a:lnTo>
                <a:lnTo>
                  <a:pt x="10830618" y="240196"/>
                </a:lnTo>
                <a:cubicBezTo>
                  <a:pt x="10846334" y="255913"/>
                  <a:pt x="10846334" y="281344"/>
                  <a:pt x="10830618" y="297061"/>
                </a:cubicBezTo>
                <a:cubicBezTo>
                  <a:pt x="10822712" y="304966"/>
                  <a:pt x="10812425" y="308872"/>
                  <a:pt x="10802138" y="308872"/>
                </a:cubicBezTo>
                <a:cubicBezTo>
                  <a:pt x="10791851" y="308872"/>
                  <a:pt x="10781564" y="304966"/>
                  <a:pt x="10773754" y="297061"/>
                </a:cubicBezTo>
                <a:lnTo>
                  <a:pt x="10687981" y="211289"/>
                </a:lnTo>
                <a:lnTo>
                  <a:pt x="10602113" y="297157"/>
                </a:lnTo>
                <a:cubicBezTo>
                  <a:pt x="10594303" y="304967"/>
                  <a:pt x="10584015" y="308872"/>
                  <a:pt x="10573729" y="308872"/>
                </a:cubicBezTo>
                <a:cubicBezTo>
                  <a:pt x="10563441" y="308872"/>
                  <a:pt x="10553154" y="304967"/>
                  <a:pt x="10545344" y="297061"/>
                </a:cubicBezTo>
                <a:cubicBezTo>
                  <a:pt x="10529628" y="281345"/>
                  <a:pt x="10529628" y="255913"/>
                  <a:pt x="10545344" y="240197"/>
                </a:cubicBezTo>
                <a:lnTo>
                  <a:pt x="10631117" y="154424"/>
                </a:lnTo>
                <a:lnTo>
                  <a:pt x="10545344" y="68651"/>
                </a:lnTo>
                <a:cubicBezTo>
                  <a:pt x="10529628" y="52935"/>
                  <a:pt x="10529628" y="27503"/>
                  <a:pt x="10545344" y="11787"/>
                </a:cubicBezTo>
                <a:cubicBezTo>
                  <a:pt x="10553202" y="3929"/>
                  <a:pt x="10563489" y="0"/>
                  <a:pt x="10573776" y="0"/>
                </a:cubicBezTo>
                <a:close/>
              </a:path>
            </a:pathLst>
          </a:custGeom>
          <a:solidFill>
            <a:srgbClr val="D8D8D8"/>
          </a:solidFill>
          <a:ln>
            <a:noFill/>
          </a:ln>
          <a:effectLst>
            <a:outerShdw rotWithShape="0" algn="tl" dir="2700000" dist="38100">
              <a:srgbClr val="FFDF00">
                <a:alpha val="1882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PTMON slide">
  <p:cSld name="PPTMON slide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21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29909" r="0" t="0"/>
          <a:stretch/>
        </p:blipFill>
        <p:spPr>
          <a:xfrm>
            <a:off x="5771192" y="6908968"/>
            <a:ext cx="2239204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1">
            <a:hlinkClick r:id="rId4"/>
          </p:cNvPr>
          <p:cNvSpPr txBox="1"/>
          <p:nvPr/>
        </p:nvSpPr>
        <p:spPr>
          <a:xfrm>
            <a:off x="4181605" y="6964689"/>
            <a:ext cx="2690631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Presentation template by</a:t>
            </a:r>
            <a:endParaRPr sz="1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21" Type="http://schemas.openxmlformats.org/officeDocument/2006/relationships/theme" Target="../theme/theme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9.png"/><Relationship Id="rId4" Type="http://schemas.openxmlformats.org/officeDocument/2006/relationships/image" Target="../media/image3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2"/>
          <p:cNvSpPr txBox="1"/>
          <p:nvPr/>
        </p:nvSpPr>
        <p:spPr>
          <a:xfrm>
            <a:off x="5662704" y="1532791"/>
            <a:ext cx="5903985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Операторы цикла (for, while, do-while) и итерации в С#.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Методы и перегрузки методов в C#.</a:t>
            </a:r>
            <a:endParaRPr sz="3600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3"/>
          <p:cNvSpPr txBox="1"/>
          <p:nvPr/>
        </p:nvSpPr>
        <p:spPr>
          <a:xfrm>
            <a:off x="3261973" y="2702785"/>
            <a:ext cx="5001103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`for`, `while`, `do-while`</a:t>
            </a:r>
            <a:endParaRPr sz="16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186" name="Google Shape;186;p23"/>
          <p:cNvSpPr/>
          <p:nvPr/>
        </p:nvSpPr>
        <p:spPr>
          <a:xfrm>
            <a:off x="2387904" y="2265032"/>
            <a:ext cx="132993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01.</a:t>
            </a:r>
            <a:endParaRPr sz="2800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187" name="Google Shape;187;p23"/>
          <p:cNvSpPr/>
          <p:nvPr/>
        </p:nvSpPr>
        <p:spPr>
          <a:xfrm>
            <a:off x="3241979" y="2364224"/>
            <a:ext cx="50181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Основные виды циклов</a:t>
            </a:r>
            <a:endParaRPr sz="1800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188" name="Google Shape;188;p23"/>
          <p:cNvSpPr txBox="1"/>
          <p:nvPr/>
        </p:nvSpPr>
        <p:spPr>
          <a:xfrm>
            <a:off x="3261973" y="3896700"/>
            <a:ext cx="5001103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Выполнение блока кода многократно.</a:t>
            </a:r>
            <a:endParaRPr sz="16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189" name="Google Shape;189;p23"/>
          <p:cNvSpPr/>
          <p:nvPr/>
        </p:nvSpPr>
        <p:spPr>
          <a:xfrm>
            <a:off x="2387904" y="3458947"/>
            <a:ext cx="132993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02.</a:t>
            </a:r>
            <a:endParaRPr sz="2800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190" name="Google Shape;190;p23"/>
          <p:cNvSpPr/>
          <p:nvPr/>
        </p:nvSpPr>
        <p:spPr>
          <a:xfrm>
            <a:off x="3241979" y="3558139"/>
            <a:ext cx="50181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Итерации</a:t>
            </a:r>
            <a:endParaRPr sz="1800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191" name="Google Shape;191;p23"/>
          <p:cNvSpPr txBox="1"/>
          <p:nvPr/>
        </p:nvSpPr>
        <p:spPr>
          <a:xfrm>
            <a:off x="3261973" y="5090615"/>
            <a:ext cx="5001103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Позволяет создавать несколько методов с одним именем, отличающихся списком параметров.</a:t>
            </a:r>
            <a:endParaRPr sz="16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Повышает гибкость и удобство использования.</a:t>
            </a:r>
            <a:endParaRPr sz="16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192" name="Google Shape;192;p23"/>
          <p:cNvSpPr/>
          <p:nvPr/>
        </p:nvSpPr>
        <p:spPr>
          <a:xfrm>
            <a:off x="2387904" y="4652862"/>
            <a:ext cx="132993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03.</a:t>
            </a:r>
            <a:endParaRPr sz="2800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193" name="Google Shape;193;p23"/>
          <p:cNvSpPr/>
          <p:nvPr/>
        </p:nvSpPr>
        <p:spPr>
          <a:xfrm>
            <a:off x="3241979" y="4752054"/>
            <a:ext cx="50181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Перегрузка методов в C#</a:t>
            </a:r>
            <a:endParaRPr sz="1800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194" name="Google Shape;194;p23"/>
          <p:cNvSpPr txBox="1"/>
          <p:nvPr/>
        </p:nvSpPr>
        <p:spPr>
          <a:xfrm>
            <a:off x="1679756" y="985208"/>
            <a:ext cx="5418628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Операторы цикла и итерации в C#.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Перегрузка методов.</a:t>
            </a:r>
            <a:endParaRPr sz="2000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4"/>
          <p:cNvSpPr txBox="1"/>
          <p:nvPr/>
        </p:nvSpPr>
        <p:spPr>
          <a:xfrm>
            <a:off x="1679755" y="985208"/>
            <a:ext cx="400460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8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Конструкция `for`</a:t>
            </a:r>
            <a:endParaRPr b="1" sz="2800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200" name="Google Shape;200;p24"/>
          <p:cNvSpPr/>
          <p:nvPr/>
        </p:nvSpPr>
        <p:spPr>
          <a:xfrm>
            <a:off x="1679755" y="3151669"/>
            <a:ext cx="1030658" cy="1030656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201" name="Google Shape;201;p24"/>
          <p:cNvSpPr/>
          <p:nvPr/>
        </p:nvSpPr>
        <p:spPr>
          <a:xfrm>
            <a:off x="6083962" y="3151669"/>
            <a:ext cx="1030658" cy="1030656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grpSp>
        <p:nvGrpSpPr>
          <p:cNvPr id="202" name="Google Shape;202;p24"/>
          <p:cNvGrpSpPr/>
          <p:nvPr/>
        </p:nvGrpSpPr>
        <p:grpSpPr>
          <a:xfrm>
            <a:off x="2012927" y="3427401"/>
            <a:ext cx="431718" cy="431186"/>
            <a:chOff x="2090919" y="902017"/>
            <a:chExt cx="388715" cy="388239"/>
          </a:xfrm>
        </p:grpSpPr>
        <p:sp>
          <p:nvSpPr>
            <p:cNvPr id="203" name="Google Shape;203;p24"/>
            <p:cNvSpPr/>
            <p:nvPr/>
          </p:nvSpPr>
          <p:spPr>
            <a:xfrm>
              <a:off x="2412959" y="991314"/>
              <a:ext cx="66675" cy="66675"/>
            </a:xfrm>
            <a:custGeom>
              <a:rect b="b" l="l" r="r" t="t"/>
              <a:pathLst>
                <a:path extrusionOk="0" h="66675" w="66675">
                  <a:moveTo>
                    <a:pt x="62198" y="26146"/>
                  </a:moveTo>
                  <a:lnTo>
                    <a:pt x="46482" y="10430"/>
                  </a:lnTo>
                  <a:cubicBezTo>
                    <a:pt x="42100" y="6048"/>
                    <a:pt x="35052" y="6048"/>
                    <a:pt x="30766" y="10430"/>
                  </a:cubicBezTo>
                  <a:lnTo>
                    <a:pt x="7144" y="34052"/>
                  </a:lnTo>
                  <a:lnTo>
                    <a:pt x="38671" y="65580"/>
                  </a:lnTo>
                  <a:lnTo>
                    <a:pt x="62293" y="41958"/>
                  </a:lnTo>
                  <a:cubicBezTo>
                    <a:pt x="66580" y="37481"/>
                    <a:pt x="66580" y="30432"/>
                    <a:pt x="62198" y="2614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</p:txBody>
        </p:sp>
        <p:sp>
          <p:nvSpPr>
            <p:cNvPr id="204" name="Google Shape;204;p24"/>
            <p:cNvSpPr/>
            <p:nvPr/>
          </p:nvSpPr>
          <p:spPr>
            <a:xfrm>
              <a:off x="2331893" y="1034034"/>
              <a:ext cx="104775" cy="104775"/>
            </a:xfrm>
            <a:custGeom>
              <a:rect b="b" l="l" r="r" t="t"/>
              <a:pathLst>
                <a:path extrusionOk="0" h="104775" w="104775">
                  <a:moveTo>
                    <a:pt x="19725" y="59531"/>
                  </a:moveTo>
                  <a:lnTo>
                    <a:pt x="7438" y="96488"/>
                  </a:lnTo>
                  <a:cubicBezTo>
                    <a:pt x="6771" y="98488"/>
                    <a:pt x="7247" y="100584"/>
                    <a:pt x="8771" y="102108"/>
                  </a:cubicBezTo>
                  <a:cubicBezTo>
                    <a:pt x="10200" y="103537"/>
                    <a:pt x="12391" y="104108"/>
                    <a:pt x="14391" y="103442"/>
                  </a:cubicBezTo>
                  <a:lnTo>
                    <a:pt x="51348" y="91154"/>
                  </a:lnTo>
                  <a:lnTo>
                    <a:pt x="104021" y="38672"/>
                  </a:lnTo>
                  <a:lnTo>
                    <a:pt x="72494" y="7144"/>
                  </a:lnTo>
                  <a:lnTo>
                    <a:pt x="19725" y="5953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</p:txBody>
        </p:sp>
        <p:sp>
          <p:nvSpPr>
            <p:cNvPr id="205" name="Google Shape;205;p24"/>
            <p:cNvSpPr/>
            <p:nvPr/>
          </p:nvSpPr>
          <p:spPr>
            <a:xfrm>
              <a:off x="2090919" y="947356"/>
              <a:ext cx="257175" cy="342900"/>
            </a:xfrm>
            <a:custGeom>
              <a:rect b="b" l="l" r="r" t="t"/>
              <a:pathLst>
                <a:path extrusionOk="0" h="342900" w="257175">
                  <a:moveTo>
                    <a:pt x="29432" y="308705"/>
                  </a:moveTo>
                  <a:lnTo>
                    <a:pt x="29432" y="7144"/>
                  </a:lnTo>
                  <a:lnTo>
                    <a:pt x="18288" y="7144"/>
                  </a:lnTo>
                  <a:cubicBezTo>
                    <a:pt x="12097" y="7144"/>
                    <a:pt x="7144" y="12097"/>
                    <a:pt x="7144" y="18288"/>
                  </a:cubicBezTo>
                  <a:lnTo>
                    <a:pt x="7144" y="331089"/>
                  </a:lnTo>
                  <a:cubicBezTo>
                    <a:pt x="7144" y="337280"/>
                    <a:pt x="12097" y="342233"/>
                    <a:pt x="18288" y="342233"/>
                  </a:cubicBezTo>
                  <a:lnTo>
                    <a:pt x="241935" y="342233"/>
                  </a:lnTo>
                  <a:cubicBezTo>
                    <a:pt x="248126" y="342233"/>
                    <a:pt x="253079" y="337280"/>
                    <a:pt x="253079" y="331089"/>
                  </a:cubicBezTo>
                  <a:lnTo>
                    <a:pt x="253079" y="319945"/>
                  </a:lnTo>
                  <a:lnTo>
                    <a:pt x="40577" y="319945"/>
                  </a:lnTo>
                  <a:cubicBezTo>
                    <a:pt x="34385" y="319850"/>
                    <a:pt x="29432" y="314897"/>
                    <a:pt x="29432" y="30870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</p:txBody>
        </p:sp>
        <p:sp>
          <p:nvSpPr>
            <p:cNvPr id="206" name="Google Shape;206;p24"/>
            <p:cNvSpPr/>
            <p:nvPr/>
          </p:nvSpPr>
          <p:spPr>
            <a:xfrm>
              <a:off x="2225317" y="969645"/>
              <a:ext cx="28575" cy="28575"/>
            </a:xfrm>
            <a:custGeom>
              <a:rect b="b" l="l" r="r" t="t"/>
              <a:pathLst>
                <a:path extrusionOk="0" h="28575" w="28575">
                  <a:moveTo>
                    <a:pt x="18288" y="7144"/>
                  </a:moveTo>
                  <a:cubicBezTo>
                    <a:pt x="12097" y="7144"/>
                    <a:pt x="7144" y="12097"/>
                    <a:pt x="7144" y="18288"/>
                  </a:cubicBezTo>
                  <a:cubicBezTo>
                    <a:pt x="7144" y="24479"/>
                    <a:pt x="12097" y="29432"/>
                    <a:pt x="18288" y="29432"/>
                  </a:cubicBezTo>
                  <a:cubicBezTo>
                    <a:pt x="24479" y="29432"/>
                    <a:pt x="29432" y="24479"/>
                    <a:pt x="29432" y="18288"/>
                  </a:cubicBezTo>
                  <a:cubicBezTo>
                    <a:pt x="29432" y="12097"/>
                    <a:pt x="24479" y="7144"/>
                    <a:pt x="18288" y="714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</p:txBody>
        </p:sp>
        <p:sp>
          <p:nvSpPr>
            <p:cNvPr id="207" name="Google Shape;207;p24"/>
            <p:cNvSpPr/>
            <p:nvPr/>
          </p:nvSpPr>
          <p:spPr>
            <a:xfrm>
              <a:off x="2203028" y="1036510"/>
              <a:ext cx="76200" cy="57150"/>
            </a:xfrm>
            <a:custGeom>
              <a:rect b="b" l="l" r="r" t="t"/>
              <a:pathLst>
                <a:path extrusionOk="0" h="57150" w="76200">
                  <a:moveTo>
                    <a:pt x="40576" y="7144"/>
                  </a:moveTo>
                  <a:cubicBezTo>
                    <a:pt x="22098" y="7144"/>
                    <a:pt x="7144" y="22098"/>
                    <a:pt x="7144" y="40577"/>
                  </a:cubicBezTo>
                  <a:lnTo>
                    <a:pt x="7144" y="51721"/>
                  </a:lnTo>
                  <a:lnTo>
                    <a:pt x="74009" y="51721"/>
                  </a:lnTo>
                  <a:lnTo>
                    <a:pt x="74009" y="40577"/>
                  </a:lnTo>
                  <a:cubicBezTo>
                    <a:pt x="74009" y="22098"/>
                    <a:pt x="59055" y="7144"/>
                    <a:pt x="40576" y="714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</p:txBody>
        </p:sp>
        <p:sp>
          <p:nvSpPr>
            <p:cNvPr id="208" name="Google Shape;208;p24"/>
            <p:cNvSpPr/>
            <p:nvPr/>
          </p:nvSpPr>
          <p:spPr>
            <a:xfrm>
              <a:off x="2135496" y="902017"/>
              <a:ext cx="257175" cy="342900"/>
            </a:xfrm>
            <a:custGeom>
              <a:rect b="b" l="l" r="r" t="t"/>
              <a:pathLst>
                <a:path extrusionOk="0" h="342900" w="257175">
                  <a:moveTo>
                    <a:pt x="189357" y="249936"/>
                  </a:moveTo>
                  <a:cubicBezTo>
                    <a:pt x="181832" y="242316"/>
                    <a:pt x="179260" y="231458"/>
                    <a:pt x="182594" y="221551"/>
                  </a:cubicBezTo>
                  <a:lnTo>
                    <a:pt x="196596" y="179642"/>
                  </a:lnTo>
                  <a:lnTo>
                    <a:pt x="252984" y="123254"/>
                  </a:lnTo>
                  <a:lnTo>
                    <a:pt x="252984" y="97155"/>
                  </a:lnTo>
                  <a:lnTo>
                    <a:pt x="174974" y="97155"/>
                  </a:lnTo>
                  <a:cubicBezTo>
                    <a:pt x="168783" y="97155"/>
                    <a:pt x="163830" y="92202"/>
                    <a:pt x="163830" y="86011"/>
                  </a:cubicBezTo>
                  <a:lnTo>
                    <a:pt x="163830" y="7144"/>
                  </a:lnTo>
                  <a:lnTo>
                    <a:pt x="18288" y="7144"/>
                  </a:lnTo>
                  <a:cubicBezTo>
                    <a:pt x="12097" y="7144"/>
                    <a:pt x="7144" y="12097"/>
                    <a:pt x="7144" y="18288"/>
                  </a:cubicBezTo>
                  <a:lnTo>
                    <a:pt x="7144" y="331851"/>
                  </a:lnTo>
                  <a:cubicBezTo>
                    <a:pt x="7144" y="338042"/>
                    <a:pt x="12097" y="342995"/>
                    <a:pt x="18288" y="342995"/>
                  </a:cubicBezTo>
                  <a:lnTo>
                    <a:pt x="241935" y="342995"/>
                  </a:lnTo>
                  <a:cubicBezTo>
                    <a:pt x="248126" y="342995"/>
                    <a:pt x="253079" y="338042"/>
                    <a:pt x="253079" y="331851"/>
                  </a:cubicBezTo>
                  <a:lnTo>
                    <a:pt x="253079" y="244793"/>
                  </a:lnTo>
                  <a:lnTo>
                    <a:pt x="214408" y="257747"/>
                  </a:lnTo>
                  <a:cubicBezTo>
                    <a:pt x="204597" y="258223"/>
                    <a:pt x="197263" y="257651"/>
                    <a:pt x="189357" y="249936"/>
                  </a:cubicBezTo>
                  <a:close/>
                  <a:moveTo>
                    <a:pt x="152686" y="297656"/>
                  </a:moveTo>
                  <a:lnTo>
                    <a:pt x="63532" y="297656"/>
                  </a:lnTo>
                  <a:cubicBezTo>
                    <a:pt x="57341" y="297656"/>
                    <a:pt x="52388" y="292703"/>
                    <a:pt x="52388" y="286512"/>
                  </a:cubicBezTo>
                  <a:cubicBezTo>
                    <a:pt x="52388" y="280321"/>
                    <a:pt x="57341" y="275368"/>
                    <a:pt x="63532" y="275368"/>
                  </a:cubicBezTo>
                  <a:lnTo>
                    <a:pt x="152686" y="275368"/>
                  </a:lnTo>
                  <a:cubicBezTo>
                    <a:pt x="158877" y="275368"/>
                    <a:pt x="163830" y="280321"/>
                    <a:pt x="163830" y="286512"/>
                  </a:cubicBezTo>
                  <a:cubicBezTo>
                    <a:pt x="163830" y="292608"/>
                    <a:pt x="158877" y="297656"/>
                    <a:pt x="152686" y="297656"/>
                  </a:cubicBezTo>
                  <a:close/>
                  <a:moveTo>
                    <a:pt x="152686" y="253079"/>
                  </a:moveTo>
                  <a:lnTo>
                    <a:pt x="63532" y="253079"/>
                  </a:lnTo>
                  <a:cubicBezTo>
                    <a:pt x="57341" y="253079"/>
                    <a:pt x="52388" y="248126"/>
                    <a:pt x="52388" y="241935"/>
                  </a:cubicBezTo>
                  <a:cubicBezTo>
                    <a:pt x="52388" y="235744"/>
                    <a:pt x="57341" y="230791"/>
                    <a:pt x="63532" y="230791"/>
                  </a:cubicBezTo>
                  <a:lnTo>
                    <a:pt x="152686" y="230791"/>
                  </a:lnTo>
                  <a:cubicBezTo>
                    <a:pt x="158877" y="230791"/>
                    <a:pt x="163830" y="235744"/>
                    <a:pt x="163830" y="241935"/>
                  </a:cubicBezTo>
                  <a:cubicBezTo>
                    <a:pt x="163830" y="248126"/>
                    <a:pt x="158877" y="253079"/>
                    <a:pt x="152686" y="253079"/>
                  </a:cubicBezTo>
                  <a:close/>
                  <a:moveTo>
                    <a:pt x="163830" y="197358"/>
                  </a:moveTo>
                  <a:cubicBezTo>
                    <a:pt x="163830" y="203549"/>
                    <a:pt x="158877" y="208502"/>
                    <a:pt x="152686" y="208502"/>
                  </a:cubicBezTo>
                  <a:lnTo>
                    <a:pt x="63532" y="208502"/>
                  </a:lnTo>
                  <a:cubicBezTo>
                    <a:pt x="57341" y="208502"/>
                    <a:pt x="52388" y="203549"/>
                    <a:pt x="52388" y="197358"/>
                  </a:cubicBezTo>
                  <a:lnTo>
                    <a:pt x="52388" y="175070"/>
                  </a:lnTo>
                  <a:cubicBezTo>
                    <a:pt x="52388" y="144304"/>
                    <a:pt x="77343" y="119348"/>
                    <a:pt x="108109" y="119348"/>
                  </a:cubicBezTo>
                  <a:cubicBezTo>
                    <a:pt x="89630" y="119348"/>
                    <a:pt x="74676" y="104394"/>
                    <a:pt x="74676" y="85916"/>
                  </a:cubicBezTo>
                  <a:cubicBezTo>
                    <a:pt x="74676" y="67437"/>
                    <a:pt x="89630" y="52483"/>
                    <a:pt x="108109" y="52483"/>
                  </a:cubicBezTo>
                  <a:cubicBezTo>
                    <a:pt x="126587" y="52483"/>
                    <a:pt x="141542" y="67437"/>
                    <a:pt x="141542" y="85916"/>
                  </a:cubicBezTo>
                  <a:cubicBezTo>
                    <a:pt x="141542" y="104394"/>
                    <a:pt x="126587" y="119348"/>
                    <a:pt x="108109" y="119348"/>
                  </a:cubicBezTo>
                  <a:cubicBezTo>
                    <a:pt x="138875" y="119348"/>
                    <a:pt x="163830" y="144304"/>
                    <a:pt x="163830" y="175070"/>
                  </a:cubicBezTo>
                  <a:lnTo>
                    <a:pt x="163830" y="19735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</p:txBody>
        </p:sp>
        <p:sp>
          <p:nvSpPr>
            <p:cNvPr id="209" name="Google Shape;209;p24"/>
            <p:cNvSpPr/>
            <p:nvPr/>
          </p:nvSpPr>
          <p:spPr>
            <a:xfrm>
              <a:off x="2314471" y="902017"/>
              <a:ext cx="76200" cy="76200"/>
            </a:xfrm>
            <a:custGeom>
              <a:rect b="b" l="l" r="r" t="t"/>
              <a:pathLst>
                <a:path extrusionOk="0" h="76200" w="76200">
                  <a:moveTo>
                    <a:pt x="7144" y="7144"/>
                  </a:moveTo>
                  <a:lnTo>
                    <a:pt x="7144" y="74771"/>
                  </a:lnTo>
                  <a:lnTo>
                    <a:pt x="74009" y="7477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</p:txBody>
        </p:sp>
      </p:grpSp>
      <p:sp>
        <p:nvSpPr>
          <p:cNvPr id="210" name="Google Shape;210;p24"/>
          <p:cNvSpPr txBox="1"/>
          <p:nvPr/>
        </p:nvSpPr>
        <p:spPr>
          <a:xfrm>
            <a:off x="2814645" y="3516421"/>
            <a:ext cx="300846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Используется, когда известно количество итераций.</a:t>
            </a:r>
            <a:endParaRPr sz="14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211" name="Google Shape;211;p24"/>
          <p:cNvSpPr/>
          <p:nvPr/>
        </p:nvSpPr>
        <p:spPr>
          <a:xfrm>
            <a:off x="2795014" y="3139596"/>
            <a:ext cx="302809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Для чего:</a:t>
            </a:r>
            <a:endParaRPr sz="2000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212" name="Google Shape;212;p24"/>
          <p:cNvSpPr txBox="1"/>
          <p:nvPr/>
        </p:nvSpPr>
        <p:spPr>
          <a:xfrm>
            <a:off x="7245001" y="3516421"/>
            <a:ext cx="4013188" cy="1169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dk1"/>
                </a:solidFill>
                <a:highlight>
                  <a:srgbClr val="FDB724"/>
                </a:highlight>
                <a:latin typeface="Montserrat Light"/>
                <a:ea typeface="Montserrat Light"/>
                <a:cs typeface="Montserrat Light"/>
                <a:sym typeface="Montserrat Light"/>
              </a:rPr>
              <a:t>for (инициализация; условие; итерация)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dk1"/>
                </a:solidFill>
                <a:highlight>
                  <a:srgbClr val="FDB724"/>
                </a:highlight>
                <a:latin typeface="Montserrat Light"/>
                <a:ea typeface="Montserrat Light"/>
                <a:cs typeface="Montserrat Light"/>
                <a:sym typeface="Montserrat Light"/>
              </a:rPr>
              <a:t>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dk1"/>
                </a:solidFill>
                <a:highlight>
                  <a:srgbClr val="FDB724"/>
                </a:highlight>
                <a:latin typeface="Montserrat Light"/>
                <a:ea typeface="Montserrat Light"/>
                <a:cs typeface="Montserrat Light"/>
                <a:sym typeface="Montserrat Light"/>
              </a:rPr>
              <a:t>    // код, исполняемый при каждой итерации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dk1"/>
                </a:solidFill>
                <a:highlight>
                  <a:srgbClr val="FDB724"/>
                </a:highlight>
                <a:latin typeface="Montserrat Light"/>
                <a:ea typeface="Montserrat Light"/>
                <a:cs typeface="Montserrat Light"/>
                <a:sym typeface="Montserrat Light"/>
              </a:rPr>
              <a:t>}</a:t>
            </a:r>
            <a:endParaRPr sz="1400">
              <a:solidFill>
                <a:schemeClr val="dk1"/>
              </a:solidFill>
              <a:highlight>
                <a:srgbClr val="FDB724"/>
              </a:highlight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213" name="Google Shape;213;p24"/>
          <p:cNvSpPr/>
          <p:nvPr/>
        </p:nvSpPr>
        <p:spPr>
          <a:xfrm>
            <a:off x="7225370" y="3123085"/>
            <a:ext cx="302809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Общий синтаксис</a:t>
            </a:r>
            <a:endParaRPr sz="2000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grpSp>
        <p:nvGrpSpPr>
          <p:cNvPr id="214" name="Google Shape;214;p24"/>
          <p:cNvGrpSpPr/>
          <p:nvPr/>
        </p:nvGrpSpPr>
        <p:grpSpPr>
          <a:xfrm>
            <a:off x="6382424" y="3405253"/>
            <a:ext cx="433730" cy="433728"/>
            <a:chOff x="752656" y="1562597"/>
            <a:chExt cx="390525" cy="390525"/>
          </a:xfrm>
        </p:grpSpPr>
        <p:sp>
          <p:nvSpPr>
            <p:cNvPr id="215" name="Google Shape;215;p24"/>
            <p:cNvSpPr/>
            <p:nvPr/>
          </p:nvSpPr>
          <p:spPr>
            <a:xfrm>
              <a:off x="797621" y="1607153"/>
              <a:ext cx="209550" cy="161925"/>
            </a:xfrm>
            <a:custGeom>
              <a:rect b="b" l="l" r="r" t="t"/>
              <a:pathLst>
                <a:path extrusionOk="0" h="161925" w="209550">
                  <a:moveTo>
                    <a:pt x="26568" y="159925"/>
                  </a:moveTo>
                  <a:lnTo>
                    <a:pt x="85528" y="100965"/>
                  </a:lnTo>
                  <a:lnTo>
                    <a:pt x="102292" y="117729"/>
                  </a:lnTo>
                  <a:cubicBezTo>
                    <a:pt x="105340" y="120777"/>
                    <a:pt x="110388" y="120777"/>
                    <a:pt x="113437" y="117729"/>
                  </a:cubicBezTo>
                  <a:lnTo>
                    <a:pt x="185922" y="45244"/>
                  </a:lnTo>
                  <a:lnTo>
                    <a:pt x="185922" y="64770"/>
                  </a:lnTo>
                  <a:cubicBezTo>
                    <a:pt x="185922" y="67246"/>
                    <a:pt x="187065" y="69723"/>
                    <a:pt x="189065" y="71152"/>
                  </a:cubicBezTo>
                  <a:cubicBezTo>
                    <a:pt x="198209" y="77915"/>
                    <a:pt x="208210" y="71533"/>
                    <a:pt x="208210" y="62865"/>
                  </a:cubicBezTo>
                  <a:lnTo>
                    <a:pt x="208210" y="18288"/>
                  </a:lnTo>
                  <a:cubicBezTo>
                    <a:pt x="208210" y="12097"/>
                    <a:pt x="203162" y="7144"/>
                    <a:pt x="197066" y="7144"/>
                  </a:cubicBezTo>
                  <a:lnTo>
                    <a:pt x="150584" y="7144"/>
                  </a:lnTo>
                  <a:cubicBezTo>
                    <a:pt x="148107" y="7144"/>
                    <a:pt x="145631" y="8287"/>
                    <a:pt x="144202" y="10287"/>
                  </a:cubicBezTo>
                  <a:cubicBezTo>
                    <a:pt x="137439" y="19431"/>
                    <a:pt x="143821" y="29432"/>
                    <a:pt x="152489" y="29432"/>
                  </a:cubicBezTo>
                  <a:lnTo>
                    <a:pt x="170205" y="29432"/>
                  </a:lnTo>
                  <a:lnTo>
                    <a:pt x="107912" y="91726"/>
                  </a:lnTo>
                  <a:lnTo>
                    <a:pt x="91148" y="74962"/>
                  </a:lnTo>
                  <a:cubicBezTo>
                    <a:pt x="88100" y="71914"/>
                    <a:pt x="83052" y="71914"/>
                    <a:pt x="80004" y="74962"/>
                  </a:cubicBezTo>
                  <a:lnTo>
                    <a:pt x="9519" y="145447"/>
                  </a:lnTo>
                  <a:cubicBezTo>
                    <a:pt x="7709" y="147256"/>
                    <a:pt x="6852" y="149733"/>
                    <a:pt x="7233" y="152209"/>
                  </a:cubicBezTo>
                  <a:cubicBezTo>
                    <a:pt x="8852" y="163544"/>
                    <a:pt x="20377" y="166116"/>
                    <a:pt x="26568" y="15992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</p:txBody>
        </p:sp>
        <p:sp>
          <p:nvSpPr>
            <p:cNvPr id="216" name="Google Shape;216;p24"/>
            <p:cNvSpPr/>
            <p:nvPr/>
          </p:nvSpPr>
          <p:spPr>
            <a:xfrm>
              <a:off x="797995" y="1807749"/>
              <a:ext cx="95250" cy="104775"/>
            </a:xfrm>
            <a:custGeom>
              <a:rect b="b" l="l" r="r" t="t"/>
              <a:pathLst>
                <a:path extrusionOk="0" h="104775" w="95250">
                  <a:moveTo>
                    <a:pt x="18288" y="97822"/>
                  </a:moveTo>
                  <a:lnTo>
                    <a:pt x="85154" y="97822"/>
                  </a:lnTo>
                  <a:cubicBezTo>
                    <a:pt x="91345" y="97822"/>
                    <a:pt x="96298" y="92869"/>
                    <a:pt x="96298" y="86677"/>
                  </a:cubicBezTo>
                  <a:lnTo>
                    <a:pt x="96298" y="18288"/>
                  </a:lnTo>
                  <a:cubicBezTo>
                    <a:pt x="96298" y="12097"/>
                    <a:pt x="91345" y="7144"/>
                    <a:pt x="85154" y="7144"/>
                  </a:cubicBezTo>
                  <a:lnTo>
                    <a:pt x="18288" y="7144"/>
                  </a:lnTo>
                  <a:cubicBezTo>
                    <a:pt x="12097" y="7144"/>
                    <a:pt x="7144" y="12097"/>
                    <a:pt x="7144" y="18288"/>
                  </a:cubicBezTo>
                  <a:lnTo>
                    <a:pt x="7144" y="86677"/>
                  </a:lnTo>
                  <a:cubicBezTo>
                    <a:pt x="7144" y="92773"/>
                    <a:pt x="12097" y="97822"/>
                    <a:pt x="18288" y="9782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</p:txBody>
        </p:sp>
        <p:sp>
          <p:nvSpPr>
            <p:cNvPr id="217" name="Google Shape;217;p24"/>
            <p:cNvSpPr/>
            <p:nvPr/>
          </p:nvSpPr>
          <p:spPr>
            <a:xfrm>
              <a:off x="909438" y="1740884"/>
              <a:ext cx="95250" cy="171450"/>
            </a:xfrm>
            <a:custGeom>
              <a:rect b="b" l="l" r="r" t="t"/>
              <a:pathLst>
                <a:path extrusionOk="0" h="171450" w="95250">
                  <a:moveTo>
                    <a:pt x="85153" y="7144"/>
                  </a:moveTo>
                  <a:lnTo>
                    <a:pt x="18288" y="7144"/>
                  </a:lnTo>
                  <a:cubicBezTo>
                    <a:pt x="12097" y="7144"/>
                    <a:pt x="7144" y="12097"/>
                    <a:pt x="7144" y="18288"/>
                  </a:cubicBezTo>
                  <a:lnTo>
                    <a:pt x="7144" y="153543"/>
                  </a:lnTo>
                  <a:cubicBezTo>
                    <a:pt x="7144" y="159734"/>
                    <a:pt x="12097" y="164687"/>
                    <a:pt x="18288" y="164687"/>
                  </a:cubicBezTo>
                  <a:lnTo>
                    <a:pt x="85153" y="164687"/>
                  </a:lnTo>
                  <a:cubicBezTo>
                    <a:pt x="91345" y="164687"/>
                    <a:pt x="96298" y="159734"/>
                    <a:pt x="96298" y="153543"/>
                  </a:cubicBezTo>
                  <a:lnTo>
                    <a:pt x="96298" y="18288"/>
                  </a:lnTo>
                  <a:cubicBezTo>
                    <a:pt x="96298" y="12192"/>
                    <a:pt x="91345" y="7144"/>
                    <a:pt x="85153" y="714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</p:txBody>
        </p:sp>
        <p:sp>
          <p:nvSpPr>
            <p:cNvPr id="218" name="Google Shape;218;p24"/>
            <p:cNvSpPr/>
            <p:nvPr/>
          </p:nvSpPr>
          <p:spPr>
            <a:xfrm>
              <a:off x="998589" y="1607534"/>
              <a:ext cx="142875" cy="304800"/>
            </a:xfrm>
            <a:custGeom>
              <a:rect b="b" l="l" r="r" t="t"/>
              <a:pathLst>
                <a:path extrusionOk="0" h="304800" w="142875">
                  <a:moveTo>
                    <a:pt x="18291" y="118205"/>
                  </a:moveTo>
                  <a:lnTo>
                    <a:pt x="29435" y="118205"/>
                  </a:lnTo>
                  <a:lnTo>
                    <a:pt x="29435" y="286893"/>
                  </a:lnTo>
                  <a:cubicBezTo>
                    <a:pt x="29435" y="293084"/>
                    <a:pt x="34388" y="298037"/>
                    <a:pt x="40580" y="298037"/>
                  </a:cubicBezTo>
                  <a:lnTo>
                    <a:pt x="108207" y="298037"/>
                  </a:lnTo>
                  <a:cubicBezTo>
                    <a:pt x="114398" y="298037"/>
                    <a:pt x="119352" y="293084"/>
                    <a:pt x="119352" y="286893"/>
                  </a:cubicBezTo>
                  <a:lnTo>
                    <a:pt x="119352" y="118205"/>
                  </a:lnTo>
                  <a:lnTo>
                    <a:pt x="130496" y="118205"/>
                  </a:lnTo>
                  <a:cubicBezTo>
                    <a:pt x="134591" y="118205"/>
                    <a:pt x="138306" y="116014"/>
                    <a:pt x="140211" y="112490"/>
                  </a:cubicBezTo>
                  <a:cubicBezTo>
                    <a:pt x="142212" y="108966"/>
                    <a:pt x="142021" y="104585"/>
                    <a:pt x="139926" y="101156"/>
                  </a:cubicBezTo>
                  <a:lnTo>
                    <a:pt x="83442" y="12002"/>
                  </a:lnTo>
                  <a:cubicBezTo>
                    <a:pt x="79346" y="5524"/>
                    <a:pt x="68583" y="5524"/>
                    <a:pt x="64583" y="12002"/>
                  </a:cubicBezTo>
                  <a:lnTo>
                    <a:pt x="8861" y="101156"/>
                  </a:lnTo>
                  <a:cubicBezTo>
                    <a:pt x="6671" y="104585"/>
                    <a:pt x="6575" y="108966"/>
                    <a:pt x="8576" y="112490"/>
                  </a:cubicBezTo>
                  <a:cubicBezTo>
                    <a:pt x="10481" y="116014"/>
                    <a:pt x="14291" y="118205"/>
                    <a:pt x="18291" y="11820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</p:txBody>
        </p:sp>
        <p:sp>
          <p:nvSpPr>
            <p:cNvPr id="219" name="Google Shape;219;p24"/>
            <p:cNvSpPr/>
            <p:nvPr/>
          </p:nvSpPr>
          <p:spPr>
            <a:xfrm>
              <a:off x="752656" y="1562597"/>
              <a:ext cx="390525" cy="390525"/>
            </a:xfrm>
            <a:custGeom>
              <a:rect b="b" l="l" r="r" t="t"/>
              <a:pathLst>
                <a:path extrusionOk="0" h="390525" w="390525">
                  <a:moveTo>
                    <a:pt x="376142" y="365262"/>
                  </a:moveTo>
                  <a:lnTo>
                    <a:pt x="29432" y="365262"/>
                  </a:lnTo>
                  <a:lnTo>
                    <a:pt x="29432" y="18552"/>
                  </a:lnTo>
                  <a:cubicBezTo>
                    <a:pt x="29432" y="12837"/>
                    <a:pt x="25241" y="7789"/>
                    <a:pt x="19526" y="7218"/>
                  </a:cubicBezTo>
                  <a:cubicBezTo>
                    <a:pt x="12764" y="6456"/>
                    <a:pt x="7144" y="11694"/>
                    <a:pt x="7144" y="18267"/>
                  </a:cubicBezTo>
                  <a:lnTo>
                    <a:pt x="7144" y="376407"/>
                  </a:lnTo>
                  <a:cubicBezTo>
                    <a:pt x="7144" y="382598"/>
                    <a:pt x="12097" y="387551"/>
                    <a:pt x="18288" y="387551"/>
                  </a:cubicBezTo>
                  <a:lnTo>
                    <a:pt x="376428" y="387551"/>
                  </a:lnTo>
                  <a:cubicBezTo>
                    <a:pt x="383000" y="387551"/>
                    <a:pt x="388239" y="381836"/>
                    <a:pt x="387477" y="375168"/>
                  </a:cubicBezTo>
                  <a:cubicBezTo>
                    <a:pt x="386906" y="369453"/>
                    <a:pt x="381857" y="365262"/>
                    <a:pt x="376142" y="36526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5"/>
          <p:cNvSpPr txBox="1"/>
          <p:nvPr/>
        </p:nvSpPr>
        <p:spPr>
          <a:xfrm>
            <a:off x="1679755" y="985208"/>
            <a:ext cx="400460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8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Конструкция `for`</a:t>
            </a:r>
            <a:endParaRPr b="1" sz="2800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225" name="Google Shape;225;p25"/>
          <p:cNvSpPr/>
          <p:nvPr/>
        </p:nvSpPr>
        <p:spPr>
          <a:xfrm>
            <a:off x="5252823" y="1914039"/>
            <a:ext cx="302809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Пример:</a:t>
            </a:r>
            <a:endParaRPr sz="2000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pic>
        <p:nvPicPr>
          <p:cNvPr id="226" name="Google Shape;22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42053" y="2441403"/>
            <a:ext cx="3307894" cy="37184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6"/>
          <p:cNvSpPr txBox="1"/>
          <p:nvPr/>
        </p:nvSpPr>
        <p:spPr>
          <a:xfrm>
            <a:off x="1679755" y="985208"/>
            <a:ext cx="457021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8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Конструкция `while`</a:t>
            </a:r>
            <a:endParaRPr b="1" sz="2800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232" name="Google Shape;232;p26"/>
          <p:cNvSpPr/>
          <p:nvPr/>
        </p:nvSpPr>
        <p:spPr>
          <a:xfrm>
            <a:off x="1679755" y="3151669"/>
            <a:ext cx="1030658" cy="1030656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233" name="Google Shape;233;p26"/>
          <p:cNvSpPr/>
          <p:nvPr/>
        </p:nvSpPr>
        <p:spPr>
          <a:xfrm>
            <a:off x="6083962" y="3151669"/>
            <a:ext cx="1030658" cy="1030656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grpSp>
        <p:nvGrpSpPr>
          <p:cNvPr id="234" name="Google Shape;234;p26"/>
          <p:cNvGrpSpPr/>
          <p:nvPr/>
        </p:nvGrpSpPr>
        <p:grpSpPr>
          <a:xfrm>
            <a:off x="2012927" y="3427401"/>
            <a:ext cx="431718" cy="431186"/>
            <a:chOff x="2090919" y="902017"/>
            <a:chExt cx="388715" cy="388239"/>
          </a:xfrm>
        </p:grpSpPr>
        <p:sp>
          <p:nvSpPr>
            <p:cNvPr id="235" name="Google Shape;235;p26"/>
            <p:cNvSpPr/>
            <p:nvPr/>
          </p:nvSpPr>
          <p:spPr>
            <a:xfrm>
              <a:off x="2412959" y="991314"/>
              <a:ext cx="66675" cy="66675"/>
            </a:xfrm>
            <a:custGeom>
              <a:rect b="b" l="l" r="r" t="t"/>
              <a:pathLst>
                <a:path extrusionOk="0" h="66675" w="66675">
                  <a:moveTo>
                    <a:pt x="62198" y="26146"/>
                  </a:moveTo>
                  <a:lnTo>
                    <a:pt x="46482" y="10430"/>
                  </a:lnTo>
                  <a:cubicBezTo>
                    <a:pt x="42100" y="6048"/>
                    <a:pt x="35052" y="6048"/>
                    <a:pt x="30766" y="10430"/>
                  </a:cubicBezTo>
                  <a:lnTo>
                    <a:pt x="7144" y="34052"/>
                  </a:lnTo>
                  <a:lnTo>
                    <a:pt x="38671" y="65580"/>
                  </a:lnTo>
                  <a:lnTo>
                    <a:pt x="62293" y="41958"/>
                  </a:lnTo>
                  <a:cubicBezTo>
                    <a:pt x="66580" y="37481"/>
                    <a:pt x="66580" y="30432"/>
                    <a:pt x="62198" y="2614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</p:txBody>
        </p:sp>
        <p:sp>
          <p:nvSpPr>
            <p:cNvPr id="236" name="Google Shape;236;p26"/>
            <p:cNvSpPr/>
            <p:nvPr/>
          </p:nvSpPr>
          <p:spPr>
            <a:xfrm>
              <a:off x="2331893" y="1034034"/>
              <a:ext cx="104775" cy="104775"/>
            </a:xfrm>
            <a:custGeom>
              <a:rect b="b" l="l" r="r" t="t"/>
              <a:pathLst>
                <a:path extrusionOk="0" h="104775" w="104775">
                  <a:moveTo>
                    <a:pt x="19725" y="59531"/>
                  </a:moveTo>
                  <a:lnTo>
                    <a:pt x="7438" y="96488"/>
                  </a:lnTo>
                  <a:cubicBezTo>
                    <a:pt x="6771" y="98488"/>
                    <a:pt x="7247" y="100584"/>
                    <a:pt x="8771" y="102108"/>
                  </a:cubicBezTo>
                  <a:cubicBezTo>
                    <a:pt x="10200" y="103537"/>
                    <a:pt x="12391" y="104108"/>
                    <a:pt x="14391" y="103442"/>
                  </a:cubicBezTo>
                  <a:lnTo>
                    <a:pt x="51348" y="91154"/>
                  </a:lnTo>
                  <a:lnTo>
                    <a:pt x="104021" y="38672"/>
                  </a:lnTo>
                  <a:lnTo>
                    <a:pt x="72494" y="7144"/>
                  </a:lnTo>
                  <a:lnTo>
                    <a:pt x="19725" y="5953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</p:txBody>
        </p:sp>
        <p:sp>
          <p:nvSpPr>
            <p:cNvPr id="237" name="Google Shape;237;p26"/>
            <p:cNvSpPr/>
            <p:nvPr/>
          </p:nvSpPr>
          <p:spPr>
            <a:xfrm>
              <a:off x="2090919" y="947356"/>
              <a:ext cx="257175" cy="342900"/>
            </a:xfrm>
            <a:custGeom>
              <a:rect b="b" l="l" r="r" t="t"/>
              <a:pathLst>
                <a:path extrusionOk="0" h="342900" w="257175">
                  <a:moveTo>
                    <a:pt x="29432" y="308705"/>
                  </a:moveTo>
                  <a:lnTo>
                    <a:pt x="29432" y="7144"/>
                  </a:lnTo>
                  <a:lnTo>
                    <a:pt x="18288" y="7144"/>
                  </a:lnTo>
                  <a:cubicBezTo>
                    <a:pt x="12097" y="7144"/>
                    <a:pt x="7144" y="12097"/>
                    <a:pt x="7144" y="18288"/>
                  </a:cubicBezTo>
                  <a:lnTo>
                    <a:pt x="7144" y="331089"/>
                  </a:lnTo>
                  <a:cubicBezTo>
                    <a:pt x="7144" y="337280"/>
                    <a:pt x="12097" y="342233"/>
                    <a:pt x="18288" y="342233"/>
                  </a:cubicBezTo>
                  <a:lnTo>
                    <a:pt x="241935" y="342233"/>
                  </a:lnTo>
                  <a:cubicBezTo>
                    <a:pt x="248126" y="342233"/>
                    <a:pt x="253079" y="337280"/>
                    <a:pt x="253079" y="331089"/>
                  </a:cubicBezTo>
                  <a:lnTo>
                    <a:pt x="253079" y="319945"/>
                  </a:lnTo>
                  <a:lnTo>
                    <a:pt x="40577" y="319945"/>
                  </a:lnTo>
                  <a:cubicBezTo>
                    <a:pt x="34385" y="319850"/>
                    <a:pt x="29432" y="314897"/>
                    <a:pt x="29432" y="30870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</p:txBody>
        </p:sp>
        <p:sp>
          <p:nvSpPr>
            <p:cNvPr id="238" name="Google Shape;238;p26"/>
            <p:cNvSpPr/>
            <p:nvPr/>
          </p:nvSpPr>
          <p:spPr>
            <a:xfrm>
              <a:off x="2225317" y="969645"/>
              <a:ext cx="28575" cy="28575"/>
            </a:xfrm>
            <a:custGeom>
              <a:rect b="b" l="l" r="r" t="t"/>
              <a:pathLst>
                <a:path extrusionOk="0" h="28575" w="28575">
                  <a:moveTo>
                    <a:pt x="18288" y="7144"/>
                  </a:moveTo>
                  <a:cubicBezTo>
                    <a:pt x="12097" y="7144"/>
                    <a:pt x="7144" y="12097"/>
                    <a:pt x="7144" y="18288"/>
                  </a:cubicBezTo>
                  <a:cubicBezTo>
                    <a:pt x="7144" y="24479"/>
                    <a:pt x="12097" y="29432"/>
                    <a:pt x="18288" y="29432"/>
                  </a:cubicBezTo>
                  <a:cubicBezTo>
                    <a:pt x="24479" y="29432"/>
                    <a:pt x="29432" y="24479"/>
                    <a:pt x="29432" y="18288"/>
                  </a:cubicBezTo>
                  <a:cubicBezTo>
                    <a:pt x="29432" y="12097"/>
                    <a:pt x="24479" y="7144"/>
                    <a:pt x="18288" y="714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</p:txBody>
        </p:sp>
        <p:sp>
          <p:nvSpPr>
            <p:cNvPr id="239" name="Google Shape;239;p26"/>
            <p:cNvSpPr/>
            <p:nvPr/>
          </p:nvSpPr>
          <p:spPr>
            <a:xfrm>
              <a:off x="2203028" y="1036510"/>
              <a:ext cx="76200" cy="57150"/>
            </a:xfrm>
            <a:custGeom>
              <a:rect b="b" l="l" r="r" t="t"/>
              <a:pathLst>
                <a:path extrusionOk="0" h="57150" w="76200">
                  <a:moveTo>
                    <a:pt x="40576" y="7144"/>
                  </a:moveTo>
                  <a:cubicBezTo>
                    <a:pt x="22098" y="7144"/>
                    <a:pt x="7144" y="22098"/>
                    <a:pt x="7144" y="40577"/>
                  </a:cubicBezTo>
                  <a:lnTo>
                    <a:pt x="7144" y="51721"/>
                  </a:lnTo>
                  <a:lnTo>
                    <a:pt x="74009" y="51721"/>
                  </a:lnTo>
                  <a:lnTo>
                    <a:pt x="74009" y="40577"/>
                  </a:lnTo>
                  <a:cubicBezTo>
                    <a:pt x="74009" y="22098"/>
                    <a:pt x="59055" y="7144"/>
                    <a:pt x="40576" y="714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</p:txBody>
        </p:sp>
        <p:sp>
          <p:nvSpPr>
            <p:cNvPr id="240" name="Google Shape;240;p26"/>
            <p:cNvSpPr/>
            <p:nvPr/>
          </p:nvSpPr>
          <p:spPr>
            <a:xfrm>
              <a:off x="2135496" y="902017"/>
              <a:ext cx="257175" cy="342900"/>
            </a:xfrm>
            <a:custGeom>
              <a:rect b="b" l="l" r="r" t="t"/>
              <a:pathLst>
                <a:path extrusionOk="0" h="342900" w="257175">
                  <a:moveTo>
                    <a:pt x="189357" y="249936"/>
                  </a:moveTo>
                  <a:cubicBezTo>
                    <a:pt x="181832" y="242316"/>
                    <a:pt x="179260" y="231458"/>
                    <a:pt x="182594" y="221551"/>
                  </a:cubicBezTo>
                  <a:lnTo>
                    <a:pt x="196596" y="179642"/>
                  </a:lnTo>
                  <a:lnTo>
                    <a:pt x="252984" y="123254"/>
                  </a:lnTo>
                  <a:lnTo>
                    <a:pt x="252984" y="97155"/>
                  </a:lnTo>
                  <a:lnTo>
                    <a:pt x="174974" y="97155"/>
                  </a:lnTo>
                  <a:cubicBezTo>
                    <a:pt x="168783" y="97155"/>
                    <a:pt x="163830" y="92202"/>
                    <a:pt x="163830" y="86011"/>
                  </a:cubicBezTo>
                  <a:lnTo>
                    <a:pt x="163830" y="7144"/>
                  </a:lnTo>
                  <a:lnTo>
                    <a:pt x="18288" y="7144"/>
                  </a:lnTo>
                  <a:cubicBezTo>
                    <a:pt x="12097" y="7144"/>
                    <a:pt x="7144" y="12097"/>
                    <a:pt x="7144" y="18288"/>
                  </a:cubicBezTo>
                  <a:lnTo>
                    <a:pt x="7144" y="331851"/>
                  </a:lnTo>
                  <a:cubicBezTo>
                    <a:pt x="7144" y="338042"/>
                    <a:pt x="12097" y="342995"/>
                    <a:pt x="18288" y="342995"/>
                  </a:cubicBezTo>
                  <a:lnTo>
                    <a:pt x="241935" y="342995"/>
                  </a:lnTo>
                  <a:cubicBezTo>
                    <a:pt x="248126" y="342995"/>
                    <a:pt x="253079" y="338042"/>
                    <a:pt x="253079" y="331851"/>
                  </a:cubicBezTo>
                  <a:lnTo>
                    <a:pt x="253079" y="244793"/>
                  </a:lnTo>
                  <a:lnTo>
                    <a:pt x="214408" y="257747"/>
                  </a:lnTo>
                  <a:cubicBezTo>
                    <a:pt x="204597" y="258223"/>
                    <a:pt x="197263" y="257651"/>
                    <a:pt x="189357" y="249936"/>
                  </a:cubicBezTo>
                  <a:close/>
                  <a:moveTo>
                    <a:pt x="152686" y="297656"/>
                  </a:moveTo>
                  <a:lnTo>
                    <a:pt x="63532" y="297656"/>
                  </a:lnTo>
                  <a:cubicBezTo>
                    <a:pt x="57341" y="297656"/>
                    <a:pt x="52388" y="292703"/>
                    <a:pt x="52388" y="286512"/>
                  </a:cubicBezTo>
                  <a:cubicBezTo>
                    <a:pt x="52388" y="280321"/>
                    <a:pt x="57341" y="275368"/>
                    <a:pt x="63532" y="275368"/>
                  </a:cubicBezTo>
                  <a:lnTo>
                    <a:pt x="152686" y="275368"/>
                  </a:lnTo>
                  <a:cubicBezTo>
                    <a:pt x="158877" y="275368"/>
                    <a:pt x="163830" y="280321"/>
                    <a:pt x="163830" y="286512"/>
                  </a:cubicBezTo>
                  <a:cubicBezTo>
                    <a:pt x="163830" y="292608"/>
                    <a:pt x="158877" y="297656"/>
                    <a:pt x="152686" y="297656"/>
                  </a:cubicBezTo>
                  <a:close/>
                  <a:moveTo>
                    <a:pt x="152686" y="253079"/>
                  </a:moveTo>
                  <a:lnTo>
                    <a:pt x="63532" y="253079"/>
                  </a:lnTo>
                  <a:cubicBezTo>
                    <a:pt x="57341" y="253079"/>
                    <a:pt x="52388" y="248126"/>
                    <a:pt x="52388" y="241935"/>
                  </a:cubicBezTo>
                  <a:cubicBezTo>
                    <a:pt x="52388" y="235744"/>
                    <a:pt x="57341" y="230791"/>
                    <a:pt x="63532" y="230791"/>
                  </a:cubicBezTo>
                  <a:lnTo>
                    <a:pt x="152686" y="230791"/>
                  </a:lnTo>
                  <a:cubicBezTo>
                    <a:pt x="158877" y="230791"/>
                    <a:pt x="163830" y="235744"/>
                    <a:pt x="163830" y="241935"/>
                  </a:cubicBezTo>
                  <a:cubicBezTo>
                    <a:pt x="163830" y="248126"/>
                    <a:pt x="158877" y="253079"/>
                    <a:pt x="152686" y="253079"/>
                  </a:cubicBezTo>
                  <a:close/>
                  <a:moveTo>
                    <a:pt x="163830" y="197358"/>
                  </a:moveTo>
                  <a:cubicBezTo>
                    <a:pt x="163830" y="203549"/>
                    <a:pt x="158877" y="208502"/>
                    <a:pt x="152686" y="208502"/>
                  </a:cubicBezTo>
                  <a:lnTo>
                    <a:pt x="63532" y="208502"/>
                  </a:lnTo>
                  <a:cubicBezTo>
                    <a:pt x="57341" y="208502"/>
                    <a:pt x="52388" y="203549"/>
                    <a:pt x="52388" y="197358"/>
                  </a:cubicBezTo>
                  <a:lnTo>
                    <a:pt x="52388" y="175070"/>
                  </a:lnTo>
                  <a:cubicBezTo>
                    <a:pt x="52388" y="144304"/>
                    <a:pt x="77343" y="119348"/>
                    <a:pt x="108109" y="119348"/>
                  </a:cubicBezTo>
                  <a:cubicBezTo>
                    <a:pt x="89630" y="119348"/>
                    <a:pt x="74676" y="104394"/>
                    <a:pt x="74676" y="85916"/>
                  </a:cubicBezTo>
                  <a:cubicBezTo>
                    <a:pt x="74676" y="67437"/>
                    <a:pt x="89630" y="52483"/>
                    <a:pt x="108109" y="52483"/>
                  </a:cubicBezTo>
                  <a:cubicBezTo>
                    <a:pt x="126587" y="52483"/>
                    <a:pt x="141542" y="67437"/>
                    <a:pt x="141542" y="85916"/>
                  </a:cubicBezTo>
                  <a:cubicBezTo>
                    <a:pt x="141542" y="104394"/>
                    <a:pt x="126587" y="119348"/>
                    <a:pt x="108109" y="119348"/>
                  </a:cubicBezTo>
                  <a:cubicBezTo>
                    <a:pt x="138875" y="119348"/>
                    <a:pt x="163830" y="144304"/>
                    <a:pt x="163830" y="175070"/>
                  </a:cubicBezTo>
                  <a:lnTo>
                    <a:pt x="163830" y="19735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</p:txBody>
        </p:sp>
        <p:sp>
          <p:nvSpPr>
            <p:cNvPr id="241" name="Google Shape;241;p26"/>
            <p:cNvSpPr/>
            <p:nvPr/>
          </p:nvSpPr>
          <p:spPr>
            <a:xfrm>
              <a:off x="2314471" y="902017"/>
              <a:ext cx="76200" cy="76200"/>
            </a:xfrm>
            <a:custGeom>
              <a:rect b="b" l="l" r="r" t="t"/>
              <a:pathLst>
                <a:path extrusionOk="0" h="76200" w="76200">
                  <a:moveTo>
                    <a:pt x="7144" y="7144"/>
                  </a:moveTo>
                  <a:lnTo>
                    <a:pt x="7144" y="74771"/>
                  </a:lnTo>
                  <a:lnTo>
                    <a:pt x="74009" y="7477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</p:txBody>
        </p:sp>
      </p:grpSp>
      <p:sp>
        <p:nvSpPr>
          <p:cNvPr id="242" name="Google Shape;242;p26"/>
          <p:cNvSpPr txBox="1"/>
          <p:nvPr/>
        </p:nvSpPr>
        <p:spPr>
          <a:xfrm>
            <a:off x="2814645" y="3516421"/>
            <a:ext cx="3008463" cy="1169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Проверяет условие перед выполнением блока кода.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Используется, если число итераций заранее неизвестно.</a:t>
            </a:r>
            <a:endParaRPr sz="14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243" name="Google Shape;243;p26"/>
          <p:cNvSpPr/>
          <p:nvPr/>
        </p:nvSpPr>
        <p:spPr>
          <a:xfrm>
            <a:off x="2795014" y="3139596"/>
            <a:ext cx="302809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Для чего:</a:t>
            </a:r>
            <a:endParaRPr sz="2000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244" name="Google Shape;244;p26"/>
          <p:cNvSpPr txBox="1"/>
          <p:nvPr/>
        </p:nvSpPr>
        <p:spPr>
          <a:xfrm>
            <a:off x="7245001" y="3516421"/>
            <a:ext cx="4013188" cy="1169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dk1"/>
                </a:solidFill>
                <a:highlight>
                  <a:srgbClr val="FDB724"/>
                </a:highlight>
                <a:latin typeface="Montserrat Light"/>
                <a:ea typeface="Montserrat Light"/>
                <a:cs typeface="Montserrat Light"/>
                <a:sym typeface="Montserrat Light"/>
              </a:rPr>
              <a:t>while (условие)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dk1"/>
                </a:solidFill>
                <a:highlight>
                  <a:srgbClr val="FDB724"/>
                </a:highlight>
                <a:latin typeface="Montserrat Light"/>
                <a:ea typeface="Montserrat Light"/>
                <a:cs typeface="Montserrat Light"/>
                <a:sym typeface="Montserrat Light"/>
              </a:rPr>
              <a:t>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dk1"/>
                </a:solidFill>
                <a:highlight>
                  <a:srgbClr val="FDB724"/>
                </a:highlight>
                <a:latin typeface="Montserrat Light"/>
                <a:ea typeface="Montserrat Light"/>
                <a:cs typeface="Montserrat Light"/>
                <a:sym typeface="Montserrat Light"/>
              </a:rPr>
              <a:t>    // код, исполняемый при каждой итерации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dk1"/>
                </a:solidFill>
                <a:highlight>
                  <a:srgbClr val="FDB724"/>
                </a:highlight>
                <a:latin typeface="Montserrat Light"/>
                <a:ea typeface="Montserrat Light"/>
                <a:cs typeface="Montserrat Light"/>
                <a:sym typeface="Montserrat Light"/>
              </a:rPr>
              <a:t>}</a:t>
            </a:r>
            <a:endParaRPr sz="1400">
              <a:solidFill>
                <a:schemeClr val="dk1"/>
              </a:solidFill>
              <a:highlight>
                <a:srgbClr val="FDB724"/>
              </a:highlight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245" name="Google Shape;245;p26"/>
          <p:cNvSpPr/>
          <p:nvPr/>
        </p:nvSpPr>
        <p:spPr>
          <a:xfrm>
            <a:off x="7225370" y="3123085"/>
            <a:ext cx="302809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Общий синтаксис</a:t>
            </a:r>
            <a:endParaRPr sz="2000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grpSp>
        <p:nvGrpSpPr>
          <p:cNvPr id="246" name="Google Shape;246;p26"/>
          <p:cNvGrpSpPr/>
          <p:nvPr/>
        </p:nvGrpSpPr>
        <p:grpSpPr>
          <a:xfrm>
            <a:off x="6382424" y="3405253"/>
            <a:ext cx="433730" cy="433728"/>
            <a:chOff x="752656" y="1562597"/>
            <a:chExt cx="390525" cy="390525"/>
          </a:xfrm>
        </p:grpSpPr>
        <p:sp>
          <p:nvSpPr>
            <p:cNvPr id="247" name="Google Shape;247;p26"/>
            <p:cNvSpPr/>
            <p:nvPr/>
          </p:nvSpPr>
          <p:spPr>
            <a:xfrm>
              <a:off x="797621" y="1607153"/>
              <a:ext cx="209550" cy="161925"/>
            </a:xfrm>
            <a:custGeom>
              <a:rect b="b" l="l" r="r" t="t"/>
              <a:pathLst>
                <a:path extrusionOk="0" h="161925" w="209550">
                  <a:moveTo>
                    <a:pt x="26568" y="159925"/>
                  </a:moveTo>
                  <a:lnTo>
                    <a:pt x="85528" y="100965"/>
                  </a:lnTo>
                  <a:lnTo>
                    <a:pt x="102292" y="117729"/>
                  </a:lnTo>
                  <a:cubicBezTo>
                    <a:pt x="105340" y="120777"/>
                    <a:pt x="110388" y="120777"/>
                    <a:pt x="113437" y="117729"/>
                  </a:cubicBezTo>
                  <a:lnTo>
                    <a:pt x="185922" y="45244"/>
                  </a:lnTo>
                  <a:lnTo>
                    <a:pt x="185922" y="64770"/>
                  </a:lnTo>
                  <a:cubicBezTo>
                    <a:pt x="185922" y="67246"/>
                    <a:pt x="187065" y="69723"/>
                    <a:pt x="189065" y="71152"/>
                  </a:cubicBezTo>
                  <a:cubicBezTo>
                    <a:pt x="198209" y="77915"/>
                    <a:pt x="208210" y="71533"/>
                    <a:pt x="208210" y="62865"/>
                  </a:cubicBezTo>
                  <a:lnTo>
                    <a:pt x="208210" y="18288"/>
                  </a:lnTo>
                  <a:cubicBezTo>
                    <a:pt x="208210" y="12097"/>
                    <a:pt x="203162" y="7144"/>
                    <a:pt x="197066" y="7144"/>
                  </a:cubicBezTo>
                  <a:lnTo>
                    <a:pt x="150584" y="7144"/>
                  </a:lnTo>
                  <a:cubicBezTo>
                    <a:pt x="148107" y="7144"/>
                    <a:pt x="145631" y="8287"/>
                    <a:pt x="144202" y="10287"/>
                  </a:cubicBezTo>
                  <a:cubicBezTo>
                    <a:pt x="137439" y="19431"/>
                    <a:pt x="143821" y="29432"/>
                    <a:pt x="152489" y="29432"/>
                  </a:cubicBezTo>
                  <a:lnTo>
                    <a:pt x="170205" y="29432"/>
                  </a:lnTo>
                  <a:lnTo>
                    <a:pt x="107912" y="91726"/>
                  </a:lnTo>
                  <a:lnTo>
                    <a:pt x="91148" y="74962"/>
                  </a:lnTo>
                  <a:cubicBezTo>
                    <a:pt x="88100" y="71914"/>
                    <a:pt x="83052" y="71914"/>
                    <a:pt x="80004" y="74962"/>
                  </a:cubicBezTo>
                  <a:lnTo>
                    <a:pt x="9519" y="145447"/>
                  </a:lnTo>
                  <a:cubicBezTo>
                    <a:pt x="7709" y="147256"/>
                    <a:pt x="6852" y="149733"/>
                    <a:pt x="7233" y="152209"/>
                  </a:cubicBezTo>
                  <a:cubicBezTo>
                    <a:pt x="8852" y="163544"/>
                    <a:pt x="20377" y="166116"/>
                    <a:pt x="26568" y="15992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</p:txBody>
        </p:sp>
        <p:sp>
          <p:nvSpPr>
            <p:cNvPr id="248" name="Google Shape;248;p26"/>
            <p:cNvSpPr/>
            <p:nvPr/>
          </p:nvSpPr>
          <p:spPr>
            <a:xfrm>
              <a:off x="797995" y="1807749"/>
              <a:ext cx="95250" cy="104775"/>
            </a:xfrm>
            <a:custGeom>
              <a:rect b="b" l="l" r="r" t="t"/>
              <a:pathLst>
                <a:path extrusionOk="0" h="104775" w="95250">
                  <a:moveTo>
                    <a:pt x="18288" y="97822"/>
                  </a:moveTo>
                  <a:lnTo>
                    <a:pt x="85154" y="97822"/>
                  </a:lnTo>
                  <a:cubicBezTo>
                    <a:pt x="91345" y="97822"/>
                    <a:pt x="96298" y="92869"/>
                    <a:pt x="96298" y="86677"/>
                  </a:cubicBezTo>
                  <a:lnTo>
                    <a:pt x="96298" y="18288"/>
                  </a:lnTo>
                  <a:cubicBezTo>
                    <a:pt x="96298" y="12097"/>
                    <a:pt x="91345" y="7144"/>
                    <a:pt x="85154" y="7144"/>
                  </a:cubicBezTo>
                  <a:lnTo>
                    <a:pt x="18288" y="7144"/>
                  </a:lnTo>
                  <a:cubicBezTo>
                    <a:pt x="12097" y="7144"/>
                    <a:pt x="7144" y="12097"/>
                    <a:pt x="7144" y="18288"/>
                  </a:cubicBezTo>
                  <a:lnTo>
                    <a:pt x="7144" y="86677"/>
                  </a:lnTo>
                  <a:cubicBezTo>
                    <a:pt x="7144" y="92773"/>
                    <a:pt x="12097" y="97822"/>
                    <a:pt x="18288" y="9782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</p:txBody>
        </p:sp>
        <p:sp>
          <p:nvSpPr>
            <p:cNvPr id="249" name="Google Shape;249;p26"/>
            <p:cNvSpPr/>
            <p:nvPr/>
          </p:nvSpPr>
          <p:spPr>
            <a:xfrm>
              <a:off x="909438" y="1740884"/>
              <a:ext cx="95250" cy="171450"/>
            </a:xfrm>
            <a:custGeom>
              <a:rect b="b" l="l" r="r" t="t"/>
              <a:pathLst>
                <a:path extrusionOk="0" h="171450" w="95250">
                  <a:moveTo>
                    <a:pt x="85153" y="7144"/>
                  </a:moveTo>
                  <a:lnTo>
                    <a:pt x="18288" y="7144"/>
                  </a:lnTo>
                  <a:cubicBezTo>
                    <a:pt x="12097" y="7144"/>
                    <a:pt x="7144" y="12097"/>
                    <a:pt x="7144" y="18288"/>
                  </a:cubicBezTo>
                  <a:lnTo>
                    <a:pt x="7144" y="153543"/>
                  </a:lnTo>
                  <a:cubicBezTo>
                    <a:pt x="7144" y="159734"/>
                    <a:pt x="12097" y="164687"/>
                    <a:pt x="18288" y="164687"/>
                  </a:cubicBezTo>
                  <a:lnTo>
                    <a:pt x="85153" y="164687"/>
                  </a:lnTo>
                  <a:cubicBezTo>
                    <a:pt x="91345" y="164687"/>
                    <a:pt x="96298" y="159734"/>
                    <a:pt x="96298" y="153543"/>
                  </a:cubicBezTo>
                  <a:lnTo>
                    <a:pt x="96298" y="18288"/>
                  </a:lnTo>
                  <a:cubicBezTo>
                    <a:pt x="96298" y="12192"/>
                    <a:pt x="91345" y="7144"/>
                    <a:pt x="85153" y="714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</p:txBody>
        </p:sp>
        <p:sp>
          <p:nvSpPr>
            <p:cNvPr id="250" name="Google Shape;250;p26"/>
            <p:cNvSpPr/>
            <p:nvPr/>
          </p:nvSpPr>
          <p:spPr>
            <a:xfrm>
              <a:off x="998589" y="1607534"/>
              <a:ext cx="142875" cy="304800"/>
            </a:xfrm>
            <a:custGeom>
              <a:rect b="b" l="l" r="r" t="t"/>
              <a:pathLst>
                <a:path extrusionOk="0" h="304800" w="142875">
                  <a:moveTo>
                    <a:pt x="18291" y="118205"/>
                  </a:moveTo>
                  <a:lnTo>
                    <a:pt x="29435" y="118205"/>
                  </a:lnTo>
                  <a:lnTo>
                    <a:pt x="29435" y="286893"/>
                  </a:lnTo>
                  <a:cubicBezTo>
                    <a:pt x="29435" y="293084"/>
                    <a:pt x="34388" y="298037"/>
                    <a:pt x="40580" y="298037"/>
                  </a:cubicBezTo>
                  <a:lnTo>
                    <a:pt x="108207" y="298037"/>
                  </a:lnTo>
                  <a:cubicBezTo>
                    <a:pt x="114398" y="298037"/>
                    <a:pt x="119352" y="293084"/>
                    <a:pt x="119352" y="286893"/>
                  </a:cubicBezTo>
                  <a:lnTo>
                    <a:pt x="119352" y="118205"/>
                  </a:lnTo>
                  <a:lnTo>
                    <a:pt x="130496" y="118205"/>
                  </a:lnTo>
                  <a:cubicBezTo>
                    <a:pt x="134591" y="118205"/>
                    <a:pt x="138306" y="116014"/>
                    <a:pt x="140211" y="112490"/>
                  </a:cubicBezTo>
                  <a:cubicBezTo>
                    <a:pt x="142212" y="108966"/>
                    <a:pt x="142021" y="104585"/>
                    <a:pt x="139926" y="101156"/>
                  </a:cubicBezTo>
                  <a:lnTo>
                    <a:pt x="83442" y="12002"/>
                  </a:lnTo>
                  <a:cubicBezTo>
                    <a:pt x="79346" y="5524"/>
                    <a:pt x="68583" y="5524"/>
                    <a:pt x="64583" y="12002"/>
                  </a:cubicBezTo>
                  <a:lnTo>
                    <a:pt x="8861" y="101156"/>
                  </a:lnTo>
                  <a:cubicBezTo>
                    <a:pt x="6671" y="104585"/>
                    <a:pt x="6575" y="108966"/>
                    <a:pt x="8576" y="112490"/>
                  </a:cubicBezTo>
                  <a:cubicBezTo>
                    <a:pt x="10481" y="116014"/>
                    <a:pt x="14291" y="118205"/>
                    <a:pt x="18291" y="11820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</p:txBody>
        </p:sp>
        <p:sp>
          <p:nvSpPr>
            <p:cNvPr id="251" name="Google Shape;251;p26"/>
            <p:cNvSpPr/>
            <p:nvPr/>
          </p:nvSpPr>
          <p:spPr>
            <a:xfrm>
              <a:off x="752656" y="1562597"/>
              <a:ext cx="390525" cy="390525"/>
            </a:xfrm>
            <a:custGeom>
              <a:rect b="b" l="l" r="r" t="t"/>
              <a:pathLst>
                <a:path extrusionOk="0" h="390525" w="390525">
                  <a:moveTo>
                    <a:pt x="376142" y="365262"/>
                  </a:moveTo>
                  <a:lnTo>
                    <a:pt x="29432" y="365262"/>
                  </a:lnTo>
                  <a:lnTo>
                    <a:pt x="29432" y="18552"/>
                  </a:lnTo>
                  <a:cubicBezTo>
                    <a:pt x="29432" y="12837"/>
                    <a:pt x="25241" y="7789"/>
                    <a:pt x="19526" y="7218"/>
                  </a:cubicBezTo>
                  <a:cubicBezTo>
                    <a:pt x="12764" y="6456"/>
                    <a:pt x="7144" y="11694"/>
                    <a:pt x="7144" y="18267"/>
                  </a:cubicBezTo>
                  <a:lnTo>
                    <a:pt x="7144" y="376407"/>
                  </a:lnTo>
                  <a:cubicBezTo>
                    <a:pt x="7144" y="382598"/>
                    <a:pt x="12097" y="387551"/>
                    <a:pt x="18288" y="387551"/>
                  </a:cubicBezTo>
                  <a:lnTo>
                    <a:pt x="376428" y="387551"/>
                  </a:lnTo>
                  <a:cubicBezTo>
                    <a:pt x="383000" y="387551"/>
                    <a:pt x="388239" y="381836"/>
                    <a:pt x="387477" y="375168"/>
                  </a:cubicBezTo>
                  <a:cubicBezTo>
                    <a:pt x="386906" y="369453"/>
                    <a:pt x="381857" y="365262"/>
                    <a:pt x="376142" y="36526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7"/>
          <p:cNvSpPr txBox="1"/>
          <p:nvPr/>
        </p:nvSpPr>
        <p:spPr>
          <a:xfrm>
            <a:off x="1679755" y="985208"/>
            <a:ext cx="481531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8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Конструкция `while`</a:t>
            </a:r>
            <a:endParaRPr b="1" sz="2800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257" name="Google Shape;257;p27"/>
          <p:cNvSpPr/>
          <p:nvPr/>
        </p:nvSpPr>
        <p:spPr>
          <a:xfrm>
            <a:off x="5394749" y="1626392"/>
            <a:ext cx="14025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Пример:</a:t>
            </a:r>
            <a:endParaRPr sz="2000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pic>
        <p:nvPicPr>
          <p:cNvPr id="258" name="Google Shape;25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10555" y="2144467"/>
            <a:ext cx="3170889" cy="43477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 txBox="1"/>
          <p:nvPr/>
        </p:nvSpPr>
        <p:spPr>
          <a:xfrm>
            <a:off x="1679755" y="985208"/>
            <a:ext cx="554561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8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Конструкция `do-while`</a:t>
            </a:r>
            <a:endParaRPr b="1" sz="2800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264" name="Google Shape;264;p28"/>
          <p:cNvSpPr/>
          <p:nvPr/>
        </p:nvSpPr>
        <p:spPr>
          <a:xfrm>
            <a:off x="1679755" y="3151669"/>
            <a:ext cx="1030658" cy="1030656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265" name="Google Shape;265;p28"/>
          <p:cNvSpPr/>
          <p:nvPr/>
        </p:nvSpPr>
        <p:spPr>
          <a:xfrm>
            <a:off x="6083962" y="3151669"/>
            <a:ext cx="1030658" cy="1030656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grpSp>
        <p:nvGrpSpPr>
          <p:cNvPr id="266" name="Google Shape;266;p28"/>
          <p:cNvGrpSpPr/>
          <p:nvPr/>
        </p:nvGrpSpPr>
        <p:grpSpPr>
          <a:xfrm>
            <a:off x="2012927" y="3427401"/>
            <a:ext cx="431718" cy="431186"/>
            <a:chOff x="2090919" y="902017"/>
            <a:chExt cx="388715" cy="388239"/>
          </a:xfrm>
        </p:grpSpPr>
        <p:sp>
          <p:nvSpPr>
            <p:cNvPr id="267" name="Google Shape;267;p28"/>
            <p:cNvSpPr/>
            <p:nvPr/>
          </p:nvSpPr>
          <p:spPr>
            <a:xfrm>
              <a:off x="2412959" y="991314"/>
              <a:ext cx="66675" cy="66675"/>
            </a:xfrm>
            <a:custGeom>
              <a:rect b="b" l="l" r="r" t="t"/>
              <a:pathLst>
                <a:path extrusionOk="0" h="66675" w="66675">
                  <a:moveTo>
                    <a:pt x="62198" y="26146"/>
                  </a:moveTo>
                  <a:lnTo>
                    <a:pt x="46482" y="10430"/>
                  </a:lnTo>
                  <a:cubicBezTo>
                    <a:pt x="42100" y="6048"/>
                    <a:pt x="35052" y="6048"/>
                    <a:pt x="30766" y="10430"/>
                  </a:cubicBezTo>
                  <a:lnTo>
                    <a:pt x="7144" y="34052"/>
                  </a:lnTo>
                  <a:lnTo>
                    <a:pt x="38671" y="65580"/>
                  </a:lnTo>
                  <a:lnTo>
                    <a:pt x="62293" y="41958"/>
                  </a:lnTo>
                  <a:cubicBezTo>
                    <a:pt x="66580" y="37481"/>
                    <a:pt x="66580" y="30432"/>
                    <a:pt x="62198" y="2614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</p:txBody>
        </p:sp>
        <p:sp>
          <p:nvSpPr>
            <p:cNvPr id="268" name="Google Shape;268;p28"/>
            <p:cNvSpPr/>
            <p:nvPr/>
          </p:nvSpPr>
          <p:spPr>
            <a:xfrm>
              <a:off x="2331893" y="1034034"/>
              <a:ext cx="104775" cy="104775"/>
            </a:xfrm>
            <a:custGeom>
              <a:rect b="b" l="l" r="r" t="t"/>
              <a:pathLst>
                <a:path extrusionOk="0" h="104775" w="104775">
                  <a:moveTo>
                    <a:pt x="19725" y="59531"/>
                  </a:moveTo>
                  <a:lnTo>
                    <a:pt x="7438" y="96488"/>
                  </a:lnTo>
                  <a:cubicBezTo>
                    <a:pt x="6771" y="98488"/>
                    <a:pt x="7247" y="100584"/>
                    <a:pt x="8771" y="102108"/>
                  </a:cubicBezTo>
                  <a:cubicBezTo>
                    <a:pt x="10200" y="103537"/>
                    <a:pt x="12391" y="104108"/>
                    <a:pt x="14391" y="103442"/>
                  </a:cubicBezTo>
                  <a:lnTo>
                    <a:pt x="51348" y="91154"/>
                  </a:lnTo>
                  <a:lnTo>
                    <a:pt x="104021" y="38672"/>
                  </a:lnTo>
                  <a:lnTo>
                    <a:pt x="72494" y="7144"/>
                  </a:lnTo>
                  <a:lnTo>
                    <a:pt x="19725" y="5953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</p:txBody>
        </p:sp>
        <p:sp>
          <p:nvSpPr>
            <p:cNvPr id="269" name="Google Shape;269;p28"/>
            <p:cNvSpPr/>
            <p:nvPr/>
          </p:nvSpPr>
          <p:spPr>
            <a:xfrm>
              <a:off x="2090919" y="947356"/>
              <a:ext cx="257175" cy="342900"/>
            </a:xfrm>
            <a:custGeom>
              <a:rect b="b" l="l" r="r" t="t"/>
              <a:pathLst>
                <a:path extrusionOk="0" h="342900" w="257175">
                  <a:moveTo>
                    <a:pt x="29432" y="308705"/>
                  </a:moveTo>
                  <a:lnTo>
                    <a:pt x="29432" y="7144"/>
                  </a:lnTo>
                  <a:lnTo>
                    <a:pt x="18288" y="7144"/>
                  </a:lnTo>
                  <a:cubicBezTo>
                    <a:pt x="12097" y="7144"/>
                    <a:pt x="7144" y="12097"/>
                    <a:pt x="7144" y="18288"/>
                  </a:cubicBezTo>
                  <a:lnTo>
                    <a:pt x="7144" y="331089"/>
                  </a:lnTo>
                  <a:cubicBezTo>
                    <a:pt x="7144" y="337280"/>
                    <a:pt x="12097" y="342233"/>
                    <a:pt x="18288" y="342233"/>
                  </a:cubicBezTo>
                  <a:lnTo>
                    <a:pt x="241935" y="342233"/>
                  </a:lnTo>
                  <a:cubicBezTo>
                    <a:pt x="248126" y="342233"/>
                    <a:pt x="253079" y="337280"/>
                    <a:pt x="253079" y="331089"/>
                  </a:cubicBezTo>
                  <a:lnTo>
                    <a:pt x="253079" y="319945"/>
                  </a:lnTo>
                  <a:lnTo>
                    <a:pt x="40577" y="319945"/>
                  </a:lnTo>
                  <a:cubicBezTo>
                    <a:pt x="34385" y="319850"/>
                    <a:pt x="29432" y="314897"/>
                    <a:pt x="29432" y="30870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</p:txBody>
        </p:sp>
        <p:sp>
          <p:nvSpPr>
            <p:cNvPr id="270" name="Google Shape;270;p28"/>
            <p:cNvSpPr/>
            <p:nvPr/>
          </p:nvSpPr>
          <p:spPr>
            <a:xfrm>
              <a:off x="2225317" y="969645"/>
              <a:ext cx="28575" cy="28575"/>
            </a:xfrm>
            <a:custGeom>
              <a:rect b="b" l="l" r="r" t="t"/>
              <a:pathLst>
                <a:path extrusionOk="0" h="28575" w="28575">
                  <a:moveTo>
                    <a:pt x="18288" y="7144"/>
                  </a:moveTo>
                  <a:cubicBezTo>
                    <a:pt x="12097" y="7144"/>
                    <a:pt x="7144" y="12097"/>
                    <a:pt x="7144" y="18288"/>
                  </a:cubicBezTo>
                  <a:cubicBezTo>
                    <a:pt x="7144" y="24479"/>
                    <a:pt x="12097" y="29432"/>
                    <a:pt x="18288" y="29432"/>
                  </a:cubicBezTo>
                  <a:cubicBezTo>
                    <a:pt x="24479" y="29432"/>
                    <a:pt x="29432" y="24479"/>
                    <a:pt x="29432" y="18288"/>
                  </a:cubicBezTo>
                  <a:cubicBezTo>
                    <a:pt x="29432" y="12097"/>
                    <a:pt x="24479" y="7144"/>
                    <a:pt x="18288" y="714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</p:txBody>
        </p:sp>
        <p:sp>
          <p:nvSpPr>
            <p:cNvPr id="271" name="Google Shape;271;p28"/>
            <p:cNvSpPr/>
            <p:nvPr/>
          </p:nvSpPr>
          <p:spPr>
            <a:xfrm>
              <a:off x="2203028" y="1036510"/>
              <a:ext cx="76200" cy="57150"/>
            </a:xfrm>
            <a:custGeom>
              <a:rect b="b" l="l" r="r" t="t"/>
              <a:pathLst>
                <a:path extrusionOk="0" h="57150" w="76200">
                  <a:moveTo>
                    <a:pt x="40576" y="7144"/>
                  </a:moveTo>
                  <a:cubicBezTo>
                    <a:pt x="22098" y="7144"/>
                    <a:pt x="7144" y="22098"/>
                    <a:pt x="7144" y="40577"/>
                  </a:cubicBezTo>
                  <a:lnTo>
                    <a:pt x="7144" y="51721"/>
                  </a:lnTo>
                  <a:lnTo>
                    <a:pt x="74009" y="51721"/>
                  </a:lnTo>
                  <a:lnTo>
                    <a:pt x="74009" y="40577"/>
                  </a:lnTo>
                  <a:cubicBezTo>
                    <a:pt x="74009" y="22098"/>
                    <a:pt x="59055" y="7144"/>
                    <a:pt x="40576" y="714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</p:txBody>
        </p:sp>
        <p:sp>
          <p:nvSpPr>
            <p:cNvPr id="272" name="Google Shape;272;p28"/>
            <p:cNvSpPr/>
            <p:nvPr/>
          </p:nvSpPr>
          <p:spPr>
            <a:xfrm>
              <a:off x="2135496" y="902017"/>
              <a:ext cx="257175" cy="342900"/>
            </a:xfrm>
            <a:custGeom>
              <a:rect b="b" l="l" r="r" t="t"/>
              <a:pathLst>
                <a:path extrusionOk="0" h="342900" w="257175">
                  <a:moveTo>
                    <a:pt x="189357" y="249936"/>
                  </a:moveTo>
                  <a:cubicBezTo>
                    <a:pt x="181832" y="242316"/>
                    <a:pt x="179260" y="231458"/>
                    <a:pt x="182594" y="221551"/>
                  </a:cubicBezTo>
                  <a:lnTo>
                    <a:pt x="196596" y="179642"/>
                  </a:lnTo>
                  <a:lnTo>
                    <a:pt x="252984" y="123254"/>
                  </a:lnTo>
                  <a:lnTo>
                    <a:pt x="252984" y="97155"/>
                  </a:lnTo>
                  <a:lnTo>
                    <a:pt x="174974" y="97155"/>
                  </a:lnTo>
                  <a:cubicBezTo>
                    <a:pt x="168783" y="97155"/>
                    <a:pt x="163830" y="92202"/>
                    <a:pt x="163830" y="86011"/>
                  </a:cubicBezTo>
                  <a:lnTo>
                    <a:pt x="163830" y="7144"/>
                  </a:lnTo>
                  <a:lnTo>
                    <a:pt x="18288" y="7144"/>
                  </a:lnTo>
                  <a:cubicBezTo>
                    <a:pt x="12097" y="7144"/>
                    <a:pt x="7144" y="12097"/>
                    <a:pt x="7144" y="18288"/>
                  </a:cubicBezTo>
                  <a:lnTo>
                    <a:pt x="7144" y="331851"/>
                  </a:lnTo>
                  <a:cubicBezTo>
                    <a:pt x="7144" y="338042"/>
                    <a:pt x="12097" y="342995"/>
                    <a:pt x="18288" y="342995"/>
                  </a:cubicBezTo>
                  <a:lnTo>
                    <a:pt x="241935" y="342995"/>
                  </a:lnTo>
                  <a:cubicBezTo>
                    <a:pt x="248126" y="342995"/>
                    <a:pt x="253079" y="338042"/>
                    <a:pt x="253079" y="331851"/>
                  </a:cubicBezTo>
                  <a:lnTo>
                    <a:pt x="253079" y="244793"/>
                  </a:lnTo>
                  <a:lnTo>
                    <a:pt x="214408" y="257747"/>
                  </a:lnTo>
                  <a:cubicBezTo>
                    <a:pt x="204597" y="258223"/>
                    <a:pt x="197263" y="257651"/>
                    <a:pt x="189357" y="249936"/>
                  </a:cubicBezTo>
                  <a:close/>
                  <a:moveTo>
                    <a:pt x="152686" y="297656"/>
                  </a:moveTo>
                  <a:lnTo>
                    <a:pt x="63532" y="297656"/>
                  </a:lnTo>
                  <a:cubicBezTo>
                    <a:pt x="57341" y="297656"/>
                    <a:pt x="52388" y="292703"/>
                    <a:pt x="52388" y="286512"/>
                  </a:cubicBezTo>
                  <a:cubicBezTo>
                    <a:pt x="52388" y="280321"/>
                    <a:pt x="57341" y="275368"/>
                    <a:pt x="63532" y="275368"/>
                  </a:cubicBezTo>
                  <a:lnTo>
                    <a:pt x="152686" y="275368"/>
                  </a:lnTo>
                  <a:cubicBezTo>
                    <a:pt x="158877" y="275368"/>
                    <a:pt x="163830" y="280321"/>
                    <a:pt x="163830" y="286512"/>
                  </a:cubicBezTo>
                  <a:cubicBezTo>
                    <a:pt x="163830" y="292608"/>
                    <a:pt x="158877" y="297656"/>
                    <a:pt x="152686" y="297656"/>
                  </a:cubicBezTo>
                  <a:close/>
                  <a:moveTo>
                    <a:pt x="152686" y="253079"/>
                  </a:moveTo>
                  <a:lnTo>
                    <a:pt x="63532" y="253079"/>
                  </a:lnTo>
                  <a:cubicBezTo>
                    <a:pt x="57341" y="253079"/>
                    <a:pt x="52388" y="248126"/>
                    <a:pt x="52388" y="241935"/>
                  </a:cubicBezTo>
                  <a:cubicBezTo>
                    <a:pt x="52388" y="235744"/>
                    <a:pt x="57341" y="230791"/>
                    <a:pt x="63532" y="230791"/>
                  </a:cubicBezTo>
                  <a:lnTo>
                    <a:pt x="152686" y="230791"/>
                  </a:lnTo>
                  <a:cubicBezTo>
                    <a:pt x="158877" y="230791"/>
                    <a:pt x="163830" y="235744"/>
                    <a:pt x="163830" y="241935"/>
                  </a:cubicBezTo>
                  <a:cubicBezTo>
                    <a:pt x="163830" y="248126"/>
                    <a:pt x="158877" y="253079"/>
                    <a:pt x="152686" y="253079"/>
                  </a:cubicBezTo>
                  <a:close/>
                  <a:moveTo>
                    <a:pt x="163830" y="197358"/>
                  </a:moveTo>
                  <a:cubicBezTo>
                    <a:pt x="163830" y="203549"/>
                    <a:pt x="158877" y="208502"/>
                    <a:pt x="152686" y="208502"/>
                  </a:cubicBezTo>
                  <a:lnTo>
                    <a:pt x="63532" y="208502"/>
                  </a:lnTo>
                  <a:cubicBezTo>
                    <a:pt x="57341" y="208502"/>
                    <a:pt x="52388" y="203549"/>
                    <a:pt x="52388" y="197358"/>
                  </a:cubicBezTo>
                  <a:lnTo>
                    <a:pt x="52388" y="175070"/>
                  </a:lnTo>
                  <a:cubicBezTo>
                    <a:pt x="52388" y="144304"/>
                    <a:pt x="77343" y="119348"/>
                    <a:pt x="108109" y="119348"/>
                  </a:cubicBezTo>
                  <a:cubicBezTo>
                    <a:pt x="89630" y="119348"/>
                    <a:pt x="74676" y="104394"/>
                    <a:pt x="74676" y="85916"/>
                  </a:cubicBezTo>
                  <a:cubicBezTo>
                    <a:pt x="74676" y="67437"/>
                    <a:pt x="89630" y="52483"/>
                    <a:pt x="108109" y="52483"/>
                  </a:cubicBezTo>
                  <a:cubicBezTo>
                    <a:pt x="126587" y="52483"/>
                    <a:pt x="141542" y="67437"/>
                    <a:pt x="141542" y="85916"/>
                  </a:cubicBezTo>
                  <a:cubicBezTo>
                    <a:pt x="141542" y="104394"/>
                    <a:pt x="126587" y="119348"/>
                    <a:pt x="108109" y="119348"/>
                  </a:cubicBezTo>
                  <a:cubicBezTo>
                    <a:pt x="138875" y="119348"/>
                    <a:pt x="163830" y="144304"/>
                    <a:pt x="163830" y="175070"/>
                  </a:cubicBezTo>
                  <a:lnTo>
                    <a:pt x="163830" y="19735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</p:txBody>
        </p:sp>
        <p:sp>
          <p:nvSpPr>
            <p:cNvPr id="273" name="Google Shape;273;p28"/>
            <p:cNvSpPr/>
            <p:nvPr/>
          </p:nvSpPr>
          <p:spPr>
            <a:xfrm>
              <a:off x="2314471" y="902017"/>
              <a:ext cx="76200" cy="76200"/>
            </a:xfrm>
            <a:custGeom>
              <a:rect b="b" l="l" r="r" t="t"/>
              <a:pathLst>
                <a:path extrusionOk="0" h="76200" w="76200">
                  <a:moveTo>
                    <a:pt x="7144" y="7144"/>
                  </a:moveTo>
                  <a:lnTo>
                    <a:pt x="7144" y="74771"/>
                  </a:lnTo>
                  <a:lnTo>
                    <a:pt x="74009" y="7477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</p:txBody>
        </p:sp>
      </p:grpSp>
      <p:sp>
        <p:nvSpPr>
          <p:cNvPr id="274" name="Google Shape;274;p28"/>
          <p:cNvSpPr txBox="1"/>
          <p:nvPr/>
        </p:nvSpPr>
        <p:spPr>
          <a:xfrm>
            <a:off x="2814645" y="3516421"/>
            <a:ext cx="3008463" cy="1169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Выполняет блок кода хотя бы один раз.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Условие проверяется после выполнения блока.</a:t>
            </a:r>
            <a:endParaRPr/>
          </a:p>
        </p:txBody>
      </p:sp>
      <p:sp>
        <p:nvSpPr>
          <p:cNvPr id="275" name="Google Shape;275;p28"/>
          <p:cNvSpPr/>
          <p:nvPr/>
        </p:nvSpPr>
        <p:spPr>
          <a:xfrm>
            <a:off x="2795014" y="3139596"/>
            <a:ext cx="302809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Для чего:</a:t>
            </a:r>
            <a:endParaRPr sz="2000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276" name="Google Shape;276;p28"/>
          <p:cNvSpPr txBox="1"/>
          <p:nvPr/>
        </p:nvSpPr>
        <p:spPr>
          <a:xfrm>
            <a:off x="7245001" y="3516421"/>
            <a:ext cx="4013188" cy="1169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dk1"/>
                </a:solidFill>
                <a:highlight>
                  <a:srgbClr val="FDB724"/>
                </a:highlight>
                <a:latin typeface="Montserrat Light"/>
                <a:ea typeface="Montserrat Light"/>
                <a:cs typeface="Montserrat Light"/>
                <a:sym typeface="Montserrat Light"/>
              </a:rPr>
              <a:t>do</a:t>
            </a:r>
            <a:endParaRPr sz="1400">
              <a:solidFill>
                <a:schemeClr val="dk1"/>
              </a:solidFill>
              <a:highlight>
                <a:srgbClr val="FDB724"/>
              </a:highlight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dk1"/>
                </a:solidFill>
                <a:highlight>
                  <a:srgbClr val="FDB724"/>
                </a:highlight>
                <a:latin typeface="Montserrat Light"/>
                <a:ea typeface="Montserrat Light"/>
                <a:cs typeface="Montserrat Light"/>
                <a:sym typeface="Montserrat Light"/>
              </a:rPr>
              <a:t>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dk1"/>
                </a:solidFill>
                <a:highlight>
                  <a:srgbClr val="FDB724"/>
                </a:highlight>
                <a:latin typeface="Montserrat Light"/>
                <a:ea typeface="Montserrat Light"/>
                <a:cs typeface="Montserrat Light"/>
                <a:sym typeface="Montserrat Light"/>
              </a:rPr>
              <a:t>    // код для выполнения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dk1"/>
                </a:solidFill>
                <a:highlight>
                  <a:srgbClr val="FDB724"/>
                </a:highlight>
                <a:latin typeface="Montserrat Light"/>
                <a:ea typeface="Montserrat Light"/>
                <a:cs typeface="Montserrat Light"/>
                <a:sym typeface="Montserrat Light"/>
              </a:rPr>
              <a:t>} </a:t>
            </a:r>
            <a:endParaRPr sz="1400">
              <a:solidFill>
                <a:schemeClr val="dk1"/>
              </a:solidFill>
              <a:highlight>
                <a:srgbClr val="FDB724"/>
              </a:highlight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dk1"/>
                </a:solidFill>
                <a:highlight>
                  <a:srgbClr val="FDB724"/>
                </a:highlight>
                <a:latin typeface="Montserrat Light"/>
                <a:ea typeface="Montserrat Light"/>
                <a:cs typeface="Montserrat Light"/>
                <a:sym typeface="Montserrat Light"/>
              </a:rPr>
              <a:t>while (условие);</a:t>
            </a:r>
            <a:endParaRPr sz="1400">
              <a:solidFill>
                <a:schemeClr val="dk1"/>
              </a:solidFill>
              <a:highlight>
                <a:srgbClr val="FDB724"/>
              </a:highlight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277" name="Google Shape;277;p28"/>
          <p:cNvSpPr/>
          <p:nvPr/>
        </p:nvSpPr>
        <p:spPr>
          <a:xfrm>
            <a:off x="7225370" y="3123085"/>
            <a:ext cx="302809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Общий синтаксис</a:t>
            </a:r>
            <a:endParaRPr sz="2000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grpSp>
        <p:nvGrpSpPr>
          <p:cNvPr id="278" name="Google Shape;278;p28"/>
          <p:cNvGrpSpPr/>
          <p:nvPr/>
        </p:nvGrpSpPr>
        <p:grpSpPr>
          <a:xfrm>
            <a:off x="6382424" y="3405253"/>
            <a:ext cx="433730" cy="433728"/>
            <a:chOff x="752656" y="1562597"/>
            <a:chExt cx="390525" cy="390525"/>
          </a:xfrm>
        </p:grpSpPr>
        <p:sp>
          <p:nvSpPr>
            <p:cNvPr id="279" name="Google Shape;279;p28"/>
            <p:cNvSpPr/>
            <p:nvPr/>
          </p:nvSpPr>
          <p:spPr>
            <a:xfrm>
              <a:off x="797621" y="1607153"/>
              <a:ext cx="209550" cy="161925"/>
            </a:xfrm>
            <a:custGeom>
              <a:rect b="b" l="l" r="r" t="t"/>
              <a:pathLst>
                <a:path extrusionOk="0" h="161925" w="209550">
                  <a:moveTo>
                    <a:pt x="26568" y="159925"/>
                  </a:moveTo>
                  <a:lnTo>
                    <a:pt x="85528" y="100965"/>
                  </a:lnTo>
                  <a:lnTo>
                    <a:pt x="102292" y="117729"/>
                  </a:lnTo>
                  <a:cubicBezTo>
                    <a:pt x="105340" y="120777"/>
                    <a:pt x="110388" y="120777"/>
                    <a:pt x="113437" y="117729"/>
                  </a:cubicBezTo>
                  <a:lnTo>
                    <a:pt x="185922" y="45244"/>
                  </a:lnTo>
                  <a:lnTo>
                    <a:pt x="185922" y="64770"/>
                  </a:lnTo>
                  <a:cubicBezTo>
                    <a:pt x="185922" y="67246"/>
                    <a:pt x="187065" y="69723"/>
                    <a:pt x="189065" y="71152"/>
                  </a:cubicBezTo>
                  <a:cubicBezTo>
                    <a:pt x="198209" y="77915"/>
                    <a:pt x="208210" y="71533"/>
                    <a:pt x="208210" y="62865"/>
                  </a:cubicBezTo>
                  <a:lnTo>
                    <a:pt x="208210" y="18288"/>
                  </a:lnTo>
                  <a:cubicBezTo>
                    <a:pt x="208210" y="12097"/>
                    <a:pt x="203162" y="7144"/>
                    <a:pt x="197066" y="7144"/>
                  </a:cubicBezTo>
                  <a:lnTo>
                    <a:pt x="150584" y="7144"/>
                  </a:lnTo>
                  <a:cubicBezTo>
                    <a:pt x="148107" y="7144"/>
                    <a:pt x="145631" y="8287"/>
                    <a:pt x="144202" y="10287"/>
                  </a:cubicBezTo>
                  <a:cubicBezTo>
                    <a:pt x="137439" y="19431"/>
                    <a:pt x="143821" y="29432"/>
                    <a:pt x="152489" y="29432"/>
                  </a:cubicBezTo>
                  <a:lnTo>
                    <a:pt x="170205" y="29432"/>
                  </a:lnTo>
                  <a:lnTo>
                    <a:pt x="107912" y="91726"/>
                  </a:lnTo>
                  <a:lnTo>
                    <a:pt x="91148" y="74962"/>
                  </a:lnTo>
                  <a:cubicBezTo>
                    <a:pt x="88100" y="71914"/>
                    <a:pt x="83052" y="71914"/>
                    <a:pt x="80004" y="74962"/>
                  </a:cubicBezTo>
                  <a:lnTo>
                    <a:pt x="9519" y="145447"/>
                  </a:lnTo>
                  <a:cubicBezTo>
                    <a:pt x="7709" y="147256"/>
                    <a:pt x="6852" y="149733"/>
                    <a:pt x="7233" y="152209"/>
                  </a:cubicBezTo>
                  <a:cubicBezTo>
                    <a:pt x="8852" y="163544"/>
                    <a:pt x="20377" y="166116"/>
                    <a:pt x="26568" y="15992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</p:txBody>
        </p:sp>
        <p:sp>
          <p:nvSpPr>
            <p:cNvPr id="280" name="Google Shape;280;p28"/>
            <p:cNvSpPr/>
            <p:nvPr/>
          </p:nvSpPr>
          <p:spPr>
            <a:xfrm>
              <a:off x="797995" y="1807749"/>
              <a:ext cx="95250" cy="104775"/>
            </a:xfrm>
            <a:custGeom>
              <a:rect b="b" l="l" r="r" t="t"/>
              <a:pathLst>
                <a:path extrusionOk="0" h="104775" w="95250">
                  <a:moveTo>
                    <a:pt x="18288" y="97822"/>
                  </a:moveTo>
                  <a:lnTo>
                    <a:pt x="85154" y="97822"/>
                  </a:lnTo>
                  <a:cubicBezTo>
                    <a:pt x="91345" y="97822"/>
                    <a:pt x="96298" y="92869"/>
                    <a:pt x="96298" y="86677"/>
                  </a:cubicBezTo>
                  <a:lnTo>
                    <a:pt x="96298" y="18288"/>
                  </a:lnTo>
                  <a:cubicBezTo>
                    <a:pt x="96298" y="12097"/>
                    <a:pt x="91345" y="7144"/>
                    <a:pt x="85154" y="7144"/>
                  </a:cubicBezTo>
                  <a:lnTo>
                    <a:pt x="18288" y="7144"/>
                  </a:lnTo>
                  <a:cubicBezTo>
                    <a:pt x="12097" y="7144"/>
                    <a:pt x="7144" y="12097"/>
                    <a:pt x="7144" y="18288"/>
                  </a:cubicBezTo>
                  <a:lnTo>
                    <a:pt x="7144" y="86677"/>
                  </a:lnTo>
                  <a:cubicBezTo>
                    <a:pt x="7144" y="92773"/>
                    <a:pt x="12097" y="97822"/>
                    <a:pt x="18288" y="9782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</p:txBody>
        </p:sp>
        <p:sp>
          <p:nvSpPr>
            <p:cNvPr id="281" name="Google Shape;281;p28"/>
            <p:cNvSpPr/>
            <p:nvPr/>
          </p:nvSpPr>
          <p:spPr>
            <a:xfrm>
              <a:off x="909438" y="1740884"/>
              <a:ext cx="95250" cy="171450"/>
            </a:xfrm>
            <a:custGeom>
              <a:rect b="b" l="l" r="r" t="t"/>
              <a:pathLst>
                <a:path extrusionOk="0" h="171450" w="95250">
                  <a:moveTo>
                    <a:pt x="85153" y="7144"/>
                  </a:moveTo>
                  <a:lnTo>
                    <a:pt x="18288" y="7144"/>
                  </a:lnTo>
                  <a:cubicBezTo>
                    <a:pt x="12097" y="7144"/>
                    <a:pt x="7144" y="12097"/>
                    <a:pt x="7144" y="18288"/>
                  </a:cubicBezTo>
                  <a:lnTo>
                    <a:pt x="7144" y="153543"/>
                  </a:lnTo>
                  <a:cubicBezTo>
                    <a:pt x="7144" y="159734"/>
                    <a:pt x="12097" y="164687"/>
                    <a:pt x="18288" y="164687"/>
                  </a:cubicBezTo>
                  <a:lnTo>
                    <a:pt x="85153" y="164687"/>
                  </a:lnTo>
                  <a:cubicBezTo>
                    <a:pt x="91345" y="164687"/>
                    <a:pt x="96298" y="159734"/>
                    <a:pt x="96298" y="153543"/>
                  </a:cubicBezTo>
                  <a:lnTo>
                    <a:pt x="96298" y="18288"/>
                  </a:lnTo>
                  <a:cubicBezTo>
                    <a:pt x="96298" y="12192"/>
                    <a:pt x="91345" y="7144"/>
                    <a:pt x="85153" y="714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</p:txBody>
        </p:sp>
        <p:sp>
          <p:nvSpPr>
            <p:cNvPr id="282" name="Google Shape;282;p28"/>
            <p:cNvSpPr/>
            <p:nvPr/>
          </p:nvSpPr>
          <p:spPr>
            <a:xfrm>
              <a:off x="998589" y="1607534"/>
              <a:ext cx="142875" cy="304800"/>
            </a:xfrm>
            <a:custGeom>
              <a:rect b="b" l="l" r="r" t="t"/>
              <a:pathLst>
                <a:path extrusionOk="0" h="304800" w="142875">
                  <a:moveTo>
                    <a:pt x="18291" y="118205"/>
                  </a:moveTo>
                  <a:lnTo>
                    <a:pt x="29435" y="118205"/>
                  </a:lnTo>
                  <a:lnTo>
                    <a:pt x="29435" y="286893"/>
                  </a:lnTo>
                  <a:cubicBezTo>
                    <a:pt x="29435" y="293084"/>
                    <a:pt x="34388" y="298037"/>
                    <a:pt x="40580" y="298037"/>
                  </a:cubicBezTo>
                  <a:lnTo>
                    <a:pt x="108207" y="298037"/>
                  </a:lnTo>
                  <a:cubicBezTo>
                    <a:pt x="114398" y="298037"/>
                    <a:pt x="119352" y="293084"/>
                    <a:pt x="119352" y="286893"/>
                  </a:cubicBezTo>
                  <a:lnTo>
                    <a:pt x="119352" y="118205"/>
                  </a:lnTo>
                  <a:lnTo>
                    <a:pt x="130496" y="118205"/>
                  </a:lnTo>
                  <a:cubicBezTo>
                    <a:pt x="134591" y="118205"/>
                    <a:pt x="138306" y="116014"/>
                    <a:pt x="140211" y="112490"/>
                  </a:cubicBezTo>
                  <a:cubicBezTo>
                    <a:pt x="142212" y="108966"/>
                    <a:pt x="142021" y="104585"/>
                    <a:pt x="139926" y="101156"/>
                  </a:cubicBezTo>
                  <a:lnTo>
                    <a:pt x="83442" y="12002"/>
                  </a:lnTo>
                  <a:cubicBezTo>
                    <a:pt x="79346" y="5524"/>
                    <a:pt x="68583" y="5524"/>
                    <a:pt x="64583" y="12002"/>
                  </a:cubicBezTo>
                  <a:lnTo>
                    <a:pt x="8861" y="101156"/>
                  </a:lnTo>
                  <a:cubicBezTo>
                    <a:pt x="6671" y="104585"/>
                    <a:pt x="6575" y="108966"/>
                    <a:pt x="8576" y="112490"/>
                  </a:cubicBezTo>
                  <a:cubicBezTo>
                    <a:pt x="10481" y="116014"/>
                    <a:pt x="14291" y="118205"/>
                    <a:pt x="18291" y="11820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</p:txBody>
        </p:sp>
        <p:sp>
          <p:nvSpPr>
            <p:cNvPr id="283" name="Google Shape;283;p28"/>
            <p:cNvSpPr/>
            <p:nvPr/>
          </p:nvSpPr>
          <p:spPr>
            <a:xfrm>
              <a:off x="752656" y="1562597"/>
              <a:ext cx="390525" cy="390525"/>
            </a:xfrm>
            <a:custGeom>
              <a:rect b="b" l="l" r="r" t="t"/>
              <a:pathLst>
                <a:path extrusionOk="0" h="390525" w="390525">
                  <a:moveTo>
                    <a:pt x="376142" y="365262"/>
                  </a:moveTo>
                  <a:lnTo>
                    <a:pt x="29432" y="365262"/>
                  </a:lnTo>
                  <a:lnTo>
                    <a:pt x="29432" y="18552"/>
                  </a:lnTo>
                  <a:cubicBezTo>
                    <a:pt x="29432" y="12837"/>
                    <a:pt x="25241" y="7789"/>
                    <a:pt x="19526" y="7218"/>
                  </a:cubicBezTo>
                  <a:cubicBezTo>
                    <a:pt x="12764" y="6456"/>
                    <a:pt x="7144" y="11694"/>
                    <a:pt x="7144" y="18267"/>
                  </a:cubicBezTo>
                  <a:lnTo>
                    <a:pt x="7144" y="376407"/>
                  </a:lnTo>
                  <a:cubicBezTo>
                    <a:pt x="7144" y="382598"/>
                    <a:pt x="12097" y="387551"/>
                    <a:pt x="18288" y="387551"/>
                  </a:cubicBezTo>
                  <a:lnTo>
                    <a:pt x="376428" y="387551"/>
                  </a:lnTo>
                  <a:cubicBezTo>
                    <a:pt x="383000" y="387551"/>
                    <a:pt x="388239" y="381836"/>
                    <a:pt x="387477" y="375168"/>
                  </a:cubicBezTo>
                  <a:cubicBezTo>
                    <a:pt x="386906" y="369453"/>
                    <a:pt x="381857" y="365262"/>
                    <a:pt x="376142" y="36526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9"/>
          <p:cNvSpPr txBox="1"/>
          <p:nvPr/>
        </p:nvSpPr>
        <p:spPr>
          <a:xfrm>
            <a:off x="1679755" y="985208"/>
            <a:ext cx="528665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8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Конструкция `do-while`</a:t>
            </a:r>
            <a:endParaRPr b="1" sz="2800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289" name="Google Shape;289;p29"/>
          <p:cNvSpPr/>
          <p:nvPr/>
        </p:nvSpPr>
        <p:spPr>
          <a:xfrm>
            <a:off x="5394749" y="1791490"/>
            <a:ext cx="140250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Пример:</a:t>
            </a:r>
            <a:endParaRPr sz="2000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pic>
        <p:nvPicPr>
          <p:cNvPr id="290" name="Google Shape;290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88450" y="2312417"/>
            <a:ext cx="3015099" cy="42380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0"/>
          <p:cNvSpPr txBox="1"/>
          <p:nvPr/>
        </p:nvSpPr>
        <p:spPr>
          <a:xfrm>
            <a:off x="632850" y="1572327"/>
            <a:ext cx="376575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Итерации в C#</a:t>
            </a:r>
            <a:endParaRPr sz="3200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296" name="Google Shape;296;p30"/>
          <p:cNvSpPr txBox="1"/>
          <p:nvPr/>
        </p:nvSpPr>
        <p:spPr>
          <a:xfrm>
            <a:off x="5018318" y="2157102"/>
            <a:ext cx="2794503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Использование циклов для перебора элементов коллекций.</a:t>
            </a:r>
            <a:endParaRPr sz="16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297" name="Google Shape;297;p30"/>
          <p:cNvSpPr/>
          <p:nvPr/>
        </p:nvSpPr>
        <p:spPr>
          <a:xfrm>
            <a:off x="5005618" y="1516741"/>
            <a:ext cx="279450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01.</a:t>
            </a:r>
            <a:endParaRPr/>
          </a:p>
        </p:txBody>
      </p:sp>
      <p:sp>
        <p:nvSpPr>
          <p:cNvPr id="298" name="Google Shape;298;p30"/>
          <p:cNvSpPr txBox="1"/>
          <p:nvPr/>
        </p:nvSpPr>
        <p:spPr>
          <a:xfrm>
            <a:off x="8269011" y="2460985"/>
            <a:ext cx="3316531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dk1"/>
                </a:solidFill>
                <a:highlight>
                  <a:srgbClr val="FDB724"/>
                </a:highlight>
                <a:latin typeface="Montserrat Light"/>
                <a:ea typeface="Montserrat Light"/>
                <a:cs typeface="Montserrat Light"/>
                <a:sym typeface="Montserrat Light"/>
              </a:rPr>
              <a:t>foreach (var item in collection)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dk1"/>
                </a:solidFill>
                <a:highlight>
                  <a:srgbClr val="FDB724"/>
                </a:highlight>
                <a:latin typeface="Montserrat Light"/>
                <a:ea typeface="Montserrat Light"/>
                <a:cs typeface="Montserrat Light"/>
                <a:sym typeface="Montserrat Light"/>
              </a:rPr>
              <a:t>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dk1"/>
                </a:solidFill>
                <a:highlight>
                  <a:srgbClr val="FDB724"/>
                </a:highlight>
                <a:latin typeface="Montserrat Light"/>
                <a:ea typeface="Montserrat Light"/>
                <a:cs typeface="Montserrat Light"/>
                <a:sym typeface="Montserrat Light"/>
              </a:rPr>
              <a:t>    // обработка item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dk1"/>
                </a:solidFill>
                <a:highlight>
                  <a:srgbClr val="FDB724"/>
                </a:highlight>
                <a:latin typeface="Montserrat Light"/>
                <a:ea typeface="Montserrat Light"/>
                <a:cs typeface="Montserrat Light"/>
                <a:sym typeface="Montserrat Light"/>
              </a:rPr>
              <a:t>}</a:t>
            </a:r>
            <a:endParaRPr sz="1600">
              <a:solidFill>
                <a:schemeClr val="dk1"/>
              </a:solidFill>
              <a:highlight>
                <a:srgbClr val="FDB724"/>
              </a:highlight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299" name="Google Shape;299;p30"/>
          <p:cNvSpPr/>
          <p:nvPr/>
        </p:nvSpPr>
        <p:spPr>
          <a:xfrm>
            <a:off x="8269010" y="2011486"/>
            <a:ext cx="279450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Общий синтаксис:</a:t>
            </a:r>
            <a:endParaRPr sz="2000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300" name="Google Shape;300;p30"/>
          <p:cNvSpPr/>
          <p:nvPr/>
        </p:nvSpPr>
        <p:spPr>
          <a:xfrm>
            <a:off x="8256310" y="1516741"/>
            <a:ext cx="279450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03.</a:t>
            </a:r>
            <a:endParaRPr/>
          </a:p>
        </p:txBody>
      </p:sp>
      <p:sp>
        <p:nvSpPr>
          <p:cNvPr id="301" name="Google Shape;301;p30"/>
          <p:cNvSpPr txBox="1"/>
          <p:nvPr/>
        </p:nvSpPr>
        <p:spPr>
          <a:xfrm>
            <a:off x="5005618" y="4388202"/>
            <a:ext cx="2794503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Цикл `foreach` для работы с коллекциями, массивами.</a:t>
            </a:r>
            <a:endParaRPr sz="16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302" name="Google Shape;302;p30"/>
          <p:cNvSpPr/>
          <p:nvPr/>
        </p:nvSpPr>
        <p:spPr>
          <a:xfrm>
            <a:off x="5005618" y="3864982"/>
            <a:ext cx="279450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02.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1"/>
          <p:cNvSpPr txBox="1"/>
          <p:nvPr/>
        </p:nvSpPr>
        <p:spPr>
          <a:xfrm>
            <a:off x="1679755" y="985208"/>
            <a:ext cx="528665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8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Конструкция `foreach`</a:t>
            </a:r>
            <a:endParaRPr b="1" sz="2800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308" name="Google Shape;308;p31"/>
          <p:cNvSpPr/>
          <p:nvPr/>
        </p:nvSpPr>
        <p:spPr>
          <a:xfrm>
            <a:off x="5394748" y="1706127"/>
            <a:ext cx="140250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Пример:</a:t>
            </a:r>
            <a:endParaRPr sz="2000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pic>
        <p:nvPicPr>
          <p:cNvPr id="309" name="Google Shape;30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4483" y="2303936"/>
            <a:ext cx="4043033" cy="39910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2"/>
          <p:cNvSpPr txBox="1"/>
          <p:nvPr/>
        </p:nvSpPr>
        <p:spPr>
          <a:xfrm>
            <a:off x="632850" y="1572327"/>
            <a:ext cx="376575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Методы в C#</a:t>
            </a:r>
            <a:endParaRPr sz="3200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315" name="Google Shape;315;p32"/>
          <p:cNvSpPr txBox="1"/>
          <p:nvPr/>
        </p:nvSpPr>
        <p:spPr>
          <a:xfrm>
            <a:off x="5018318" y="2157102"/>
            <a:ext cx="2794503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Использование циклов для перебора элементов коллекций</a:t>
            </a:r>
            <a:endParaRPr sz="16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316" name="Google Shape;316;p32"/>
          <p:cNvSpPr/>
          <p:nvPr/>
        </p:nvSpPr>
        <p:spPr>
          <a:xfrm>
            <a:off x="5005618" y="1516741"/>
            <a:ext cx="279450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01.</a:t>
            </a:r>
            <a:endParaRPr/>
          </a:p>
        </p:txBody>
      </p:sp>
      <p:sp>
        <p:nvSpPr>
          <p:cNvPr id="317" name="Google Shape;317;p32"/>
          <p:cNvSpPr txBox="1"/>
          <p:nvPr/>
        </p:nvSpPr>
        <p:spPr>
          <a:xfrm>
            <a:off x="7812822" y="5532318"/>
            <a:ext cx="3052581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dk1"/>
                </a:solidFill>
                <a:highlight>
                  <a:srgbClr val="FDB724"/>
                </a:highlight>
                <a:latin typeface="Montserrat Light"/>
                <a:ea typeface="Montserrat Light"/>
                <a:cs typeface="Montserrat Light"/>
                <a:sym typeface="Montserrat Light"/>
              </a:rPr>
              <a:t>MethodName(arguments);</a:t>
            </a:r>
            <a:endParaRPr sz="1600">
              <a:solidFill>
                <a:schemeClr val="dk1"/>
              </a:solidFill>
              <a:highlight>
                <a:srgbClr val="FDB724"/>
              </a:highlight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318" name="Google Shape;318;p32"/>
          <p:cNvSpPr/>
          <p:nvPr/>
        </p:nvSpPr>
        <p:spPr>
          <a:xfrm>
            <a:off x="7812821" y="5082819"/>
            <a:ext cx="279450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Вызов метода: </a:t>
            </a:r>
            <a:endParaRPr sz="2000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319" name="Google Shape;319;p32"/>
          <p:cNvSpPr/>
          <p:nvPr/>
        </p:nvSpPr>
        <p:spPr>
          <a:xfrm>
            <a:off x="7800121" y="4588074"/>
            <a:ext cx="279450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03.</a:t>
            </a:r>
            <a:endParaRPr/>
          </a:p>
        </p:txBody>
      </p:sp>
      <p:sp>
        <p:nvSpPr>
          <p:cNvPr id="320" name="Google Shape;320;p32"/>
          <p:cNvSpPr/>
          <p:nvPr/>
        </p:nvSpPr>
        <p:spPr>
          <a:xfrm>
            <a:off x="632850" y="3433912"/>
            <a:ext cx="279450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02.</a:t>
            </a:r>
            <a:endParaRPr/>
          </a:p>
        </p:txBody>
      </p:sp>
      <p:sp>
        <p:nvSpPr>
          <p:cNvPr id="321" name="Google Shape;321;p32"/>
          <p:cNvSpPr txBox="1"/>
          <p:nvPr/>
        </p:nvSpPr>
        <p:spPr>
          <a:xfrm>
            <a:off x="1378670" y="3510856"/>
            <a:ext cx="30199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Объявление методов:</a:t>
            </a:r>
            <a:endParaRPr sz="1800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322" name="Google Shape;322;p32"/>
          <p:cNvSpPr txBox="1"/>
          <p:nvPr/>
        </p:nvSpPr>
        <p:spPr>
          <a:xfrm>
            <a:off x="1378670" y="4034076"/>
            <a:ext cx="4296266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dk1"/>
                </a:solidFill>
                <a:highlight>
                  <a:srgbClr val="FDB724"/>
                </a:highlight>
                <a:latin typeface="Montserrat Light"/>
                <a:ea typeface="Montserrat Light"/>
                <a:cs typeface="Montserrat Light"/>
                <a:sym typeface="Montserrat Light"/>
              </a:rPr>
              <a:t>turnType MethodName(parameters)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dk1"/>
                </a:solidFill>
                <a:highlight>
                  <a:srgbClr val="FDB724"/>
                </a:highlight>
                <a:latin typeface="Montserrat Light"/>
                <a:ea typeface="Montserrat Light"/>
                <a:cs typeface="Montserrat Light"/>
                <a:sym typeface="Montserrat Light"/>
              </a:rPr>
              <a:t>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dk1"/>
                </a:solidFill>
                <a:highlight>
                  <a:srgbClr val="FDB724"/>
                </a:highlight>
                <a:latin typeface="Montserrat Light"/>
                <a:ea typeface="Montserrat Light"/>
                <a:cs typeface="Montserrat Light"/>
                <a:sym typeface="Montserrat Light"/>
              </a:rPr>
              <a:t>    // тело метода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dk1"/>
                </a:solidFill>
                <a:highlight>
                  <a:srgbClr val="FDB724"/>
                </a:highlight>
                <a:latin typeface="Montserrat Light"/>
                <a:ea typeface="Montserrat Light"/>
                <a:cs typeface="Montserrat Light"/>
                <a:sym typeface="Montserrat Light"/>
              </a:rPr>
              <a:t>}</a:t>
            </a:r>
            <a:endParaRPr sz="1600">
              <a:solidFill>
                <a:schemeClr val="dk1"/>
              </a:solidFill>
              <a:highlight>
                <a:srgbClr val="FDB724"/>
              </a:highlight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3"/>
          <p:cNvSpPr txBox="1"/>
          <p:nvPr/>
        </p:nvSpPr>
        <p:spPr>
          <a:xfrm>
            <a:off x="1679755" y="985208"/>
            <a:ext cx="543486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8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Перегрузка методов в C#</a:t>
            </a:r>
            <a:endParaRPr b="1" sz="2800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328" name="Google Shape;328;p33"/>
          <p:cNvSpPr/>
          <p:nvPr/>
        </p:nvSpPr>
        <p:spPr>
          <a:xfrm>
            <a:off x="1679755" y="3151669"/>
            <a:ext cx="1030658" cy="1030656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329" name="Google Shape;329;p33"/>
          <p:cNvSpPr/>
          <p:nvPr/>
        </p:nvSpPr>
        <p:spPr>
          <a:xfrm>
            <a:off x="6050138" y="2156554"/>
            <a:ext cx="1030658" cy="1030656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grpSp>
        <p:nvGrpSpPr>
          <p:cNvPr id="330" name="Google Shape;330;p33"/>
          <p:cNvGrpSpPr/>
          <p:nvPr/>
        </p:nvGrpSpPr>
        <p:grpSpPr>
          <a:xfrm>
            <a:off x="2012927" y="3427401"/>
            <a:ext cx="431718" cy="431186"/>
            <a:chOff x="2090919" y="902017"/>
            <a:chExt cx="388715" cy="388239"/>
          </a:xfrm>
        </p:grpSpPr>
        <p:sp>
          <p:nvSpPr>
            <p:cNvPr id="331" name="Google Shape;331;p33"/>
            <p:cNvSpPr/>
            <p:nvPr/>
          </p:nvSpPr>
          <p:spPr>
            <a:xfrm>
              <a:off x="2412959" y="991314"/>
              <a:ext cx="66675" cy="66675"/>
            </a:xfrm>
            <a:custGeom>
              <a:rect b="b" l="l" r="r" t="t"/>
              <a:pathLst>
                <a:path extrusionOk="0" h="66675" w="66675">
                  <a:moveTo>
                    <a:pt x="62198" y="26146"/>
                  </a:moveTo>
                  <a:lnTo>
                    <a:pt x="46482" y="10430"/>
                  </a:lnTo>
                  <a:cubicBezTo>
                    <a:pt x="42100" y="6048"/>
                    <a:pt x="35052" y="6048"/>
                    <a:pt x="30766" y="10430"/>
                  </a:cubicBezTo>
                  <a:lnTo>
                    <a:pt x="7144" y="34052"/>
                  </a:lnTo>
                  <a:lnTo>
                    <a:pt x="38671" y="65580"/>
                  </a:lnTo>
                  <a:lnTo>
                    <a:pt x="62293" y="41958"/>
                  </a:lnTo>
                  <a:cubicBezTo>
                    <a:pt x="66580" y="37481"/>
                    <a:pt x="66580" y="30432"/>
                    <a:pt x="62198" y="2614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</p:txBody>
        </p:sp>
        <p:sp>
          <p:nvSpPr>
            <p:cNvPr id="332" name="Google Shape;332;p33"/>
            <p:cNvSpPr/>
            <p:nvPr/>
          </p:nvSpPr>
          <p:spPr>
            <a:xfrm>
              <a:off x="2331893" y="1034034"/>
              <a:ext cx="104775" cy="104775"/>
            </a:xfrm>
            <a:custGeom>
              <a:rect b="b" l="l" r="r" t="t"/>
              <a:pathLst>
                <a:path extrusionOk="0" h="104775" w="104775">
                  <a:moveTo>
                    <a:pt x="19725" y="59531"/>
                  </a:moveTo>
                  <a:lnTo>
                    <a:pt x="7438" y="96488"/>
                  </a:lnTo>
                  <a:cubicBezTo>
                    <a:pt x="6771" y="98488"/>
                    <a:pt x="7247" y="100584"/>
                    <a:pt x="8771" y="102108"/>
                  </a:cubicBezTo>
                  <a:cubicBezTo>
                    <a:pt x="10200" y="103537"/>
                    <a:pt x="12391" y="104108"/>
                    <a:pt x="14391" y="103442"/>
                  </a:cubicBezTo>
                  <a:lnTo>
                    <a:pt x="51348" y="91154"/>
                  </a:lnTo>
                  <a:lnTo>
                    <a:pt x="104021" y="38672"/>
                  </a:lnTo>
                  <a:lnTo>
                    <a:pt x="72494" y="7144"/>
                  </a:lnTo>
                  <a:lnTo>
                    <a:pt x="19725" y="5953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</p:txBody>
        </p:sp>
        <p:sp>
          <p:nvSpPr>
            <p:cNvPr id="333" name="Google Shape;333;p33"/>
            <p:cNvSpPr/>
            <p:nvPr/>
          </p:nvSpPr>
          <p:spPr>
            <a:xfrm>
              <a:off x="2090919" y="947356"/>
              <a:ext cx="257175" cy="342900"/>
            </a:xfrm>
            <a:custGeom>
              <a:rect b="b" l="l" r="r" t="t"/>
              <a:pathLst>
                <a:path extrusionOk="0" h="342900" w="257175">
                  <a:moveTo>
                    <a:pt x="29432" y="308705"/>
                  </a:moveTo>
                  <a:lnTo>
                    <a:pt x="29432" y="7144"/>
                  </a:lnTo>
                  <a:lnTo>
                    <a:pt x="18288" y="7144"/>
                  </a:lnTo>
                  <a:cubicBezTo>
                    <a:pt x="12097" y="7144"/>
                    <a:pt x="7144" y="12097"/>
                    <a:pt x="7144" y="18288"/>
                  </a:cubicBezTo>
                  <a:lnTo>
                    <a:pt x="7144" y="331089"/>
                  </a:lnTo>
                  <a:cubicBezTo>
                    <a:pt x="7144" y="337280"/>
                    <a:pt x="12097" y="342233"/>
                    <a:pt x="18288" y="342233"/>
                  </a:cubicBezTo>
                  <a:lnTo>
                    <a:pt x="241935" y="342233"/>
                  </a:lnTo>
                  <a:cubicBezTo>
                    <a:pt x="248126" y="342233"/>
                    <a:pt x="253079" y="337280"/>
                    <a:pt x="253079" y="331089"/>
                  </a:cubicBezTo>
                  <a:lnTo>
                    <a:pt x="253079" y="319945"/>
                  </a:lnTo>
                  <a:lnTo>
                    <a:pt x="40577" y="319945"/>
                  </a:lnTo>
                  <a:cubicBezTo>
                    <a:pt x="34385" y="319850"/>
                    <a:pt x="29432" y="314897"/>
                    <a:pt x="29432" y="30870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</p:txBody>
        </p:sp>
        <p:sp>
          <p:nvSpPr>
            <p:cNvPr id="334" name="Google Shape;334;p33"/>
            <p:cNvSpPr/>
            <p:nvPr/>
          </p:nvSpPr>
          <p:spPr>
            <a:xfrm>
              <a:off x="2225317" y="969645"/>
              <a:ext cx="28575" cy="28575"/>
            </a:xfrm>
            <a:custGeom>
              <a:rect b="b" l="l" r="r" t="t"/>
              <a:pathLst>
                <a:path extrusionOk="0" h="28575" w="28575">
                  <a:moveTo>
                    <a:pt x="18288" y="7144"/>
                  </a:moveTo>
                  <a:cubicBezTo>
                    <a:pt x="12097" y="7144"/>
                    <a:pt x="7144" y="12097"/>
                    <a:pt x="7144" y="18288"/>
                  </a:cubicBezTo>
                  <a:cubicBezTo>
                    <a:pt x="7144" y="24479"/>
                    <a:pt x="12097" y="29432"/>
                    <a:pt x="18288" y="29432"/>
                  </a:cubicBezTo>
                  <a:cubicBezTo>
                    <a:pt x="24479" y="29432"/>
                    <a:pt x="29432" y="24479"/>
                    <a:pt x="29432" y="18288"/>
                  </a:cubicBezTo>
                  <a:cubicBezTo>
                    <a:pt x="29432" y="12097"/>
                    <a:pt x="24479" y="7144"/>
                    <a:pt x="18288" y="714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</p:txBody>
        </p:sp>
        <p:sp>
          <p:nvSpPr>
            <p:cNvPr id="335" name="Google Shape;335;p33"/>
            <p:cNvSpPr/>
            <p:nvPr/>
          </p:nvSpPr>
          <p:spPr>
            <a:xfrm>
              <a:off x="2203028" y="1036510"/>
              <a:ext cx="76200" cy="57150"/>
            </a:xfrm>
            <a:custGeom>
              <a:rect b="b" l="l" r="r" t="t"/>
              <a:pathLst>
                <a:path extrusionOk="0" h="57150" w="76200">
                  <a:moveTo>
                    <a:pt x="40576" y="7144"/>
                  </a:moveTo>
                  <a:cubicBezTo>
                    <a:pt x="22098" y="7144"/>
                    <a:pt x="7144" y="22098"/>
                    <a:pt x="7144" y="40577"/>
                  </a:cubicBezTo>
                  <a:lnTo>
                    <a:pt x="7144" y="51721"/>
                  </a:lnTo>
                  <a:lnTo>
                    <a:pt x="74009" y="51721"/>
                  </a:lnTo>
                  <a:lnTo>
                    <a:pt x="74009" y="40577"/>
                  </a:lnTo>
                  <a:cubicBezTo>
                    <a:pt x="74009" y="22098"/>
                    <a:pt x="59055" y="7144"/>
                    <a:pt x="40576" y="714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</p:txBody>
        </p:sp>
        <p:sp>
          <p:nvSpPr>
            <p:cNvPr id="336" name="Google Shape;336;p33"/>
            <p:cNvSpPr/>
            <p:nvPr/>
          </p:nvSpPr>
          <p:spPr>
            <a:xfrm>
              <a:off x="2135496" y="902017"/>
              <a:ext cx="257175" cy="342900"/>
            </a:xfrm>
            <a:custGeom>
              <a:rect b="b" l="l" r="r" t="t"/>
              <a:pathLst>
                <a:path extrusionOk="0" h="342900" w="257175">
                  <a:moveTo>
                    <a:pt x="189357" y="249936"/>
                  </a:moveTo>
                  <a:cubicBezTo>
                    <a:pt x="181832" y="242316"/>
                    <a:pt x="179260" y="231458"/>
                    <a:pt x="182594" y="221551"/>
                  </a:cubicBezTo>
                  <a:lnTo>
                    <a:pt x="196596" y="179642"/>
                  </a:lnTo>
                  <a:lnTo>
                    <a:pt x="252984" y="123254"/>
                  </a:lnTo>
                  <a:lnTo>
                    <a:pt x="252984" y="97155"/>
                  </a:lnTo>
                  <a:lnTo>
                    <a:pt x="174974" y="97155"/>
                  </a:lnTo>
                  <a:cubicBezTo>
                    <a:pt x="168783" y="97155"/>
                    <a:pt x="163830" y="92202"/>
                    <a:pt x="163830" y="86011"/>
                  </a:cubicBezTo>
                  <a:lnTo>
                    <a:pt x="163830" y="7144"/>
                  </a:lnTo>
                  <a:lnTo>
                    <a:pt x="18288" y="7144"/>
                  </a:lnTo>
                  <a:cubicBezTo>
                    <a:pt x="12097" y="7144"/>
                    <a:pt x="7144" y="12097"/>
                    <a:pt x="7144" y="18288"/>
                  </a:cubicBezTo>
                  <a:lnTo>
                    <a:pt x="7144" y="331851"/>
                  </a:lnTo>
                  <a:cubicBezTo>
                    <a:pt x="7144" y="338042"/>
                    <a:pt x="12097" y="342995"/>
                    <a:pt x="18288" y="342995"/>
                  </a:cubicBezTo>
                  <a:lnTo>
                    <a:pt x="241935" y="342995"/>
                  </a:lnTo>
                  <a:cubicBezTo>
                    <a:pt x="248126" y="342995"/>
                    <a:pt x="253079" y="338042"/>
                    <a:pt x="253079" y="331851"/>
                  </a:cubicBezTo>
                  <a:lnTo>
                    <a:pt x="253079" y="244793"/>
                  </a:lnTo>
                  <a:lnTo>
                    <a:pt x="214408" y="257747"/>
                  </a:lnTo>
                  <a:cubicBezTo>
                    <a:pt x="204597" y="258223"/>
                    <a:pt x="197263" y="257651"/>
                    <a:pt x="189357" y="249936"/>
                  </a:cubicBezTo>
                  <a:close/>
                  <a:moveTo>
                    <a:pt x="152686" y="297656"/>
                  </a:moveTo>
                  <a:lnTo>
                    <a:pt x="63532" y="297656"/>
                  </a:lnTo>
                  <a:cubicBezTo>
                    <a:pt x="57341" y="297656"/>
                    <a:pt x="52388" y="292703"/>
                    <a:pt x="52388" y="286512"/>
                  </a:cubicBezTo>
                  <a:cubicBezTo>
                    <a:pt x="52388" y="280321"/>
                    <a:pt x="57341" y="275368"/>
                    <a:pt x="63532" y="275368"/>
                  </a:cubicBezTo>
                  <a:lnTo>
                    <a:pt x="152686" y="275368"/>
                  </a:lnTo>
                  <a:cubicBezTo>
                    <a:pt x="158877" y="275368"/>
                    <a:pt x="163830" y="280321"/>
                    <a:pt x="163830" y="286512"/>
                  </a:cubicBezTo>
                  <a:cubicBezTo>
                    <a:pt x="163830" y="292608"/>
                    <a:pt x="158877" y="297656"/>
                    <a:pt x="152686" y="297656"/>
                  </a:cubicBezTo>
                  <a:close/>
                  <a:moveTo>
                    <a:pt x="152686" y="253079"/>
                  </a:moveTo>
                  <a:lnTo>
                    <a:pt x="63532" y="253079"/>
                  </a:lnTo>
                  <a:cubicBezTo>
                    <a:pt x="57341" y="253079"/>
                    <a:pt x="52388" y="248126"/>
                    <a:pt x="52388" y="241935"/>
                  </a:cubicBezTo>
                  <a:cubicBezTo>
                    <a:pt x="52388" y="235744"/>
                    <a:pt x="57341" y="230791"/>
                    <a:pt x="63532" y="230791"/>
                  </a:cubicBezTo>
                  <a:lnTo>
                    <a:pt x="152686" y="230791"/>
                  </a:lnTo>
                  <a:cubicBezTo>
                    <a:pt x="158877" y="230791"/>
                    <a:pt x="163830" y="235744"/>
                    <a:pt x="163830" y="241935"/>
                  </a:cubicBezTo>
                  <a:cubicBezTo>
                    <a:pt x="163830" y="248126"/>
                    <a:pt x="158877" y="253079"/>
                    <a:pt x="152686" y="253079"/>
                  </a:cubicBezTo>
                  <a:close/>
                  <a:moveTo>
                    <a:pt x="163830" y="197358"/>
                  </a:moveTo>
                  <a:cubicBezTo>
                    <a:pt x="163830" y="203549"/>
                    <a:pt x="158877" y="208502"/>
                    <a:pt x="152686" y="208502"/>
                  </a:cubicBezTo>
                  <a:lnTo>
                    <a:pt x="63532" y="208502"/>
                  </a:lnTo>
                  <a:cubicBezTo>
                    <a:pt x="57341" y="208502"/>
                    <a:pt x="52388" y="203549"/>
                    <a:pt x="52388" y="197358"/>
                  </a:cubicBezTo>
                  <a:lnTo>
                    <a:pt x="52388" y="175070"/>
                  </a:lnTo>
                  <a:cubicBezTo>
                    <a:pt x="52388" y="144304"/>
                    <a:pt x="77343" y="119348"/>
                    <a:pt x="108109" y="119348"/>
                  </a:cubicBezTo>
                  <a:cubicBezTo>
                    <a:pt x="89630" y="119348"/>
                    <a:pt x="74676" y="104394"/>
                    <a:pt x="74676" y="85916"/>
                  </a:cubicBezTo>
                  <a:cubicBezTo>
                    <a:pt x="74676" y="67437"/>
                    <a:pt x="89630" y="52483"/>
                    <a:pt x="108109" y="52483"/>
                  </a:cubicBezTo>
                  <a:cubicBezTo>
                    <a:pt x="126587" y="52483"/>
                    <a:pt x="141542" y="67437"/>
                    <a:pt x="141542" y="85916"/>
                  </a:cubicBezTo>
                  <a:cubicBezTo>
                    <a:pt x="141542" y="104394"/>
                    <a:pt x="126587" y="119348"/>
                    <a:pt x="108109" y="119348"/>
                  </a:cubicBezTo>
                  <a:cubicBezTo>
                    <a:pt x="138875" y="119348"/>
                    <a:pt x="163830" y="144304"/>
                    <a:pt x="163830" y="175070"/>
                  </a:cubicBezTo>
                  <a:lnTo>
                    <a:pt x="163830" y="19735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</p:txBody>
        </p:sp>
        <p:sp>
          <p:nvSpPr>
            <p:cNvPr id="337" name="Google Shape;337;p33"/>
            <p:cNvSpPr/>
            <p:nvPr/>
          </p:nvSpPr>
          <p:spPr>
            <a:xfrm>
              <a:off x="2314471" y="902017"/>
              <a:ext cx="76200" cy="76200"/>
            </a:xfrm>
            <a:custGeom>
              <a:rect b="b" l="l" r="r" t="t"/>
              <a:pathLst>
                <a:path extrusionOk="0" h="76200" w="76200">
                  <a:moveTo>
                    <a:pt x="7144" y="7144"/>
                  </a:moveTo>
                  <a:lnTo>
                    <a:pt x="7144" y="74771"/>
                  </a:lnTo>
                  <a:lnTo>
                    <a:pt x="74009" y="7477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</p:txBody>
        </p:sp>
      </p:grpSp>
      <p:sp>
        <p:nvSpPr>
          <p:cNvPr id="338" name="Google Shape;338;p33"/>
          <p:cNvSpPr txBox="1"/>
          <p:nvPr/>
        </p:nvSpPr>
        <p:spPr>
          <a:xfrm>
            <a:off x="2814645" y="3516421"/>
            <a:ext cx="3008463" cy="24622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Позволяет создавать несколько методов с одним именем, отличающихся списком параметров.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Повышает гибкость и удобство использования.</a:t>
            </a:r>
            <a:endParaRPr sz="14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Вызов перегруженных методов зависит от переданных аргументов.</a:t>
            </a:r>
            <a:endParaRPr sz="14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339" name="Google Shape;339;p33"/>
          <p:cNvSpPr/>
          <p:nvPr/>
        </p:nvSpPr>
        <p:spPr>
          <a:xfrm>
            <a:off x="2795014" y="3139596"/>
            <a:ext cx="302809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Для чего:</a:t>
            </a:r>
            <a:endParaRPr sz="2000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340" name="Google Shape;340;p33"/>
          <p:cNvSpPr/>
          <p:nvPr/>
        </p:nvSpPr>
        <p:spPr>
          <a:xfrm>
            <a:off x="7191546" y="2127970"/>
            <a:ext cx="302809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Пример:</a:t>
            </a:r>
            <a:endParaRPr sz="2000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pic>
        <p:nvPicPr>
          <p:cNvPr id="341" name="Google Shape;341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54923" y="2650362"/>
            <a:ext cx="3057952" cy="40296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62519" y="2398745"/>
            <a:ext cx="393836" cy="5032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4"/>
          <p:cNvSpPr txBox="1"/>
          <p:nvPr/>
        </p:nvSpPr>
        <p:spPr>
          <a:xfrm>
            <a:off x="1670328" y="344186"/>
            <a:ext cx="7567940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8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Пример использования методов и перегрузки</a:t>
            </a:r>
            <a:endParaRPr b="1" sz="2800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pic>
        <p:nvPicPr>
          <p:cNvPr id="348" name="Google Shape;348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65445" y="1298293"/>
            <a:ext cx="3760839" cy="539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5"/>
          <p:cNvSpPr txBox="1"/>
          <p:nvPr/>
        </p:nvSpPr>
        <p:spPr>
          <a:xfrm>
            <a:off x="1361567" y="874457"/>
            <a:ext cx="9468866" cy="5109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Итоги: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Montserrat Black"/>
              <a:buAutoNum type="arabicPeriod"/>
            </a:pPr>
            <a:r>
              <a:rPr b="1" lang="ru-RU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Операторы циклов </a:t>
            </a:r>
            <a:r>
              <a:rPr lang="ru-RU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позволяют управлять повторением выполнения кода.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Montserrat Black"/>
              <a:buAutoNum type="arabicPeriod"/>
            </a:pPr>
            <a:r>
              <a:rPr b="1" lang="ru-RU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`for`, `while`, `do-while` </a:t>
            </a:r>
            <a:r>
              <a:rPr lang="ru-RU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— основные конструкции для организации циклов.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Montserrat Black"/>
              <a:buAutoNum type="arabicPeriod"/>
            </a:pPr>
            <a:r>
              <a:rPr b="1" lang="ru-RU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Методы</a:t>
            </a:r>
            <a:r>
              <a:rPr lang="ru-RU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помогают структурировать код, повышая его читаемость и повторное использование.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Montserrat Black"/>
              <a:buAutoNum type="arabicPeriod"/>
            </a:pPr>
            <a:r>
              <a:rPr b="1" lang="ru-RU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Перегрузка методов </a:t>
            </a:r>
            <a:r>
              <a:rPr lang="ru-RU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повышает гибкость разработки.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PTMON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